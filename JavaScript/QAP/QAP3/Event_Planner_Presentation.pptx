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628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B26F53B-F98E-4827-8337-A32ABA17189D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9BB525-9D21-41C1-86DF-AF16EF69FE13}">
      <dgm:prSet/>
      <dgm:spPr/>
      <dgm:t>
        <a:bodyPr/>
        <a:lstStyle/>
        <a:p>
          <a:r>
            <a:rPr lang="en-US"/>
            <a:t>id</a:t>
          </a:r>
        </a:p>
      </dgm:t>
    </dgm:pt>
    <dgm:pt modelId="{3F945899-924C-4DD8-95EF-BD16EA6039CC}" type="parTrans" cxnId="{BEC71F35-086B-4737-B447-D9479FE665B3}">
      <dgm:prSet/>
      <dgm:spPr/>
      <dgm:t>
        <a:bodyPr/>
        <a:lstStyle/>
        <a:p>
          <a:endParaRPr lang="en-US"/>
        </a:p>
      </dgm:t>
    </dgm:pt>
    <dgm:pt modelId="{08F35023-A7BD-4E4F-9849-03993C575AAF}" type="sibTrans" cxnId="{BEC71F35-086B-4737-B447-D9479FE665B3}">
      <dgm:prSet/>
      <dgm:spPr/>
      <dgm:t>
        <a:bodyPr/>
        <a:lstStyle/>
        <a:p>
          <a:endParaRPr lang="en-US"/>
        </a:p>
      </dgm:t>
    </dgm:pt>
    <dgm:pt modelId="{D454BA18-2AE6-4330-9686-1137D008CF71}">
      <dgm:prSet/>
      <dgm:spPr/>
      <dgm:t>
        <a:bodyPr/>
        <a:lstStyle/>
        <a:p>
          <a:r>
            <a:rPr lang="en-US"/>
            <a:t>title</a:t>
          </a:r>
        </a:p>
      </dgm:t>
    </dgm:pt>
    <dgm:pt modelId="{2BB9B6D0-C6D9-4353-9754-52E424B7890C}" type="parTrans" cxnId="{E1426EDE-6DE1-4CBC-8EFA-328BC9107F48}">
      <dgm:prSet/>
      <dgm:spPr/>
      <dgm:t>
        <a:bodyPr/>
        <a:lstStyle/>
        <a:p>
          <a:endParaRPr lang="en-US"/>
        </a:p>
      </dgm:t>
    </dgm:pt>
    <dgm:pt modelId="{0134B98F-DDFF-4964-AC3D-A8B187525B15}" type="sibTrans" cxnId="{E1426EDE-6DE1-4CBC-8EFA-328BC9107F48}">
      <dgm:prSet/>
      <dgm:spPr/>
      <dgm:t>
        <a:bodyPr/>
        <a:lstStyle/>
        <a:p>
          <a:endParaRPr lang="en-US"/>
        </a:p>
      </dgm:t>
    </dgm:pt>
    <dgm:pt modelId="{099A8608-EBFA-40E7-9603-799668E7ECAB}">
      <dgm:prSet/>
      <dgm:spPr/>
      <dgm:t>
        <a:bodyPr/>
        <a:lstStyle/>
        <a:p>
          <a:r>
            <a:rPr lang="en-US"/>
            <a:t>date</a:t>
          </a:r>
        </a:p>
      </dgm:t>
    </dgm:pt>
    <dgm:pt modelId="{66C1B14F-1DED-4562-BFFC-754EC1408F25}" type="parTrans" cxnId="{1286DE6A-4BFA-4B87-96AC-446563DFED93}">
      <dgm:prSet/>
      <dgm:spPr/>
      <dgm:t>
        <a:bodyPr/>
        <a:lstStyle/>
        <a:p>
          <a:endParaRPr lang="en-US"/>
        </a:p>
      </dgm:t>
    </dgm:pt>
    <dgm:pt modelId="{A65F8907-5B4F-4CF1-BB77-C2CCF9E4D205}" type="sibTrans" cxnId="{1286DE6A-4BFA-4B87-96AC-446563DFED93}">
      <dgm:prSet/>
      <dgm:spPr/>
      <dgm:t>
        <a:bodyPr/>
        <a:lstStyle/>
        <a:p>
          <a:endParaRPr lang="en-US"/>
        </a:p>
      </dgm:t>
    </dgm:pt>
    <dgm:pt modelId="{E10447D2-C6D7-4E43-902E-A692B876E5EB}">
      <dgm:prSet/>
      <dgm:spPr/>
      <dgm:t>
        <a:bodyPr/>
        <a:lstStyle/>
        <a:p>
          <a:r>
            <a:rPr lang="en-US"/>
            <a:t>location</a:t>
          </a:r>
        </a:p>
      </dgm:t>
    </dgm:pt>
    <dgm:pt modelId="{974FAAF1-DC1E-430B-A16B-019ABED9EC4E}" type="parTrans" cxnId="{CD4CD5A6-F874-42FE-8D73-39958A126AE2}">
      <dgm:prSet/>
      <dgm:spPr/>
      <dgm:t>
        <a:bodyPr/>
        <a:lstStyle/>
        <a:p>
          <a:endParaRPr lang="en-US"/>
        </a:p>
      </dgm:t>
    </dgm:pt>
    <dgm:pt modelId="{43580058-D48A-42F7-A299-F2CD57716442}" type="sibTrans" cxnId="{CD4CD5A6-F874-42FE-8D73-39958A126AE2}">
      <dgm:prSet/>
      <dgm:spPr/>
      <dgm:t>
        <a:bodyPr/>
        <a:lstStyle/>
        <a:p>
          <a:endParaRPr lang="en-US"/>
        </a:p>
      </dgm:t>
    </dgm:pt>
    <dgm:pt modelId="{519AD711-7B1A-4650-BA2B-00CBF4C035D5}">
      <dgm:prSet/>
      <dgm:spPr/>
      <dgm:t>
        <a:bodyPr/>
        <a:lstStyle/>
        <a:p>
          <a:r>
            <a:rPr lang="en-US"/>
            <a:t>attending (boolean)</a:t>
          </a:r>
        </a:p>
      </dgm:t>
    </dgm:pt>
    <dgm:pt modelId="{C3A638D2-F59C-4459-B7B9-5EA6B1F450C9}" type="parTrans" cxnId="{1C281A68-F5E6-41FE-98FC-3D5C787F7696}">
      <dgm:prSet/>
      <dgm:spPr/>
      <dgm:t>
        <a:bodyPr/>
        <a:lstStyle/>
        <a:p>
          <a:endParaRPr lang="en-US"/>
        </a:p>
      </dgm:t>
    </dgm:pt>
    <dgm:pt modelId="{FA83625A-499D-4590-9C8B-8F1EF6035437}" type="sibTrans" cxnId="{1C281A68-F5E6-41FE-98FC-3D5C787F7696}">
      <dgm:prSet/>
      <dgm:spPr/>
      <dgm:t>
        <a:bodyPr/>
        <a:lstStyle/>
        <a:p>
          <a:endParaRPr lang="en-US"/>
        </a:p>
      </dgm:t>
    </dgm:pt>
    <dgm:pt modelId="{18FD0BD7-A8C9-4AE3-8E08-A0392020E24A}" type="pres">
      <dgm:prSet presAssocID="{4B26F53B-F98E-4827-8337-A32ABA17189D}" presName="root" presStyleCnt="0">
        <dgm:presLayoutVars>
          <dgm:dir/>
          <dgm:resizeHandles val="exact"/>
        </dgm:presLayoutVars>
      </dgm:prSet>
      <dgm:spPr/>
    </dgm:pt>
    <dgm:pt modelId="{F44A5F15-A63B-4B30-898F-B0ACAFFD296C}" type="pres">
      <dgm:prSet presAssocID="{E79BB525-9D21-41C1-86DF-AF16EF69FE13}" presName="compNode" presStyleCnt="0"/>
      <dgm:spPr/>
    </dgm:pt>
    <dgm:pt modelId="{AC88E2AC-E178-429E-A2BA-69363F72C8B7}" type="pres">
      <dgm:prSet presAssocID="{E79BB525-9D21-41C1-86DF-AF16EF69FE13}" presName="bgRect" presStyleLbl="bgShp" presStyleIdx="0" presStyleCnt="5"/>
      <dgm:spPr/>
    </dgm:pt>
    <dgm:pt modelId="{BDBD1E7A-BAE9-4071-9E71-D005B98DF06C}" type="pres">
      <dgm:prSet presAssocID="{E79BB525-9D21-41C1-86DF-AF16EF69FE13}" presName="iconRect" presStyleLbl="node1" presStyleIdx="0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mployee Badge"/>
        </a:ext>
      </dgm:extLst>
    </dgm:pt>
    <dgm:pt modelId="{D3F49B88-0C07-48BC-9C4B-D86A89E32FBF}" type="pres">
      <dgm:prSet presAssocID="{E79BB525-9D21-41C1-86DF-AF16EF69FE13}" presName="spaceRect" presStyleCnt="0"/>
      <dgm:spPr/>
    </dgm:pt>
    <dgm:pt modelId="{C4D853C4-C274-4DCC-A4E5-BC8716E38625}" type="pres">
      <dgm:prSet presAssocID="{E79BB525-9D21-41C1-86DF-AF16EF69FE13}" presName="parTx" presStyleLbl="revTx" presStyleIdx="0" presStyleCnt="5">
        <dgm:presLayoutVars>
          <dgm:chMax val="0"/>
          <dgm:chPref val="0"/>
        </dgm:presLayoutVars>
      </dgm:prSet>
      <dgm:spPr/>
    </dgm:pt>
    <dgm:pt modelId="{47E920A2-DE40-4A44-A0E1-9C7F15FB584A}" type="pres">
      <dgm:prSet presAssocID="{08F35023-A7BD-4E4F-9849-03993C575AAF}" presName="sibTrans" presStyleCnt="0"/>
      <dgm:spPr/>
    </dgm:pt>
    <dgm:pt modelId="{5ACF1FEA-C15A-453D-9BD6-8F4B340D8292}" type="pres">
      <dgm:prSet presAssocID="{D454BA18-2AE6-4330-9686-1137D008CF71}" presName="compNode" presStyleCnt="0"/>
      <dgm:spPr/>
    </dgm:pt>
    <dgm:pt modelId="{2F5AD2E8-BB92-4493-8C6D-542BD31B9ADE}" type="pres">
      <dgm:prSet presAssocID="{D454BA18-2AE6-4330-9686-1137D008CF71}" presName="bgRect" presStyleLbl="bgShp" presStyleIdx="1" presStyleCnt="5"/>
      <dgm:spPr/>
    </dgm:pt>
    <dgm:pt modelId="{A475794E-1EE6-4974-8EA2-A0E9BAF5551C}" type="pres">
      <dgm:prSet presAssocID="{D454BA18-2AE6-4330-9686-1137D008CF71}" presName="iconRect" presStyleLbl="node1" presStyleIdx="1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683BA39F-0431-4F91-A105-1D3E2D241737}" type="pres">
      <dgm:prSet presAssocID="{D454BA18-2AE6-4330-9686-1137D008CF71}" presName="spaceRect" presStyleCnt="0"/>
      <dgm:spPr/>
    </dgm:pt>
    <dgm:pt modelId="{0FD7FDA4-52C2-4C77-84D4-2BF3752C2B2E}" type="pres">
      <dgm:prSet presAssocID="{D454BA18-2AE6-4330-9686-1137D008CF71}" presName="parTx" presStyleLbl="revTx" presStyleIdx="1" presStyleCnt="5">
        <dgm:presLayoutVars>
          <dgm:chMax val="0"/>
          <dgm:chPref val="0"/>
        </dgm:presLayoutVars>
      </dgm:prSet>
      <dgm:spPr/>
    </dgm:pt>
    <dgm:pt modelId="{23FB02F9-0841-44DC-AB51-DFA3FAB0EC97}" type="pres">
      <dgm:prSet presAssocID="{0134B98F-DDFF-4964-AC3D-A8B187525B15}" presName="sibTrans" presStyleCnt="0"/>
      <dgm:spPr/>
    </dgm:pt>
    <dgm:pt modelId="{FC6A5A67-DFE1-41C9-A03F-4C650A97EE70}" type="pres">
      <dgm:prSet presAssocID="{099A8608-EBFA-40E7-9603-799668E7ECAB}" presName="compNode" presStyleCnt="0"/>
      <dgm:spPr/>
    </dgm:pt>
    <dgm:pt modelId="{90C07BB6-2898-43FE-B837-205CA6748072}" type="pres">
      <dgm:prSet presAssocID="{099A8608-EBFA-40E7-9603-799668E7ECAB}" presName="bgRect" presStyleLbl="bgShp" presStyleIdx="2" presStyleCnt="5"/>
      <dgm:spPr/>
    </dgm:pt>
    <dgm:pt modelId="{67DDE612-1627-4758-BFA7-6E3D85C35E61}" type="pres">
      <dgm:prSet presAssocID="{099A8608-EBFA-40E7-9603-799668E7ECAB}" presName="iconRect" presStyleLbl="node1" presStyleIdx="2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88711303-5BEE-41D3-A13D-92FA731D2AE4}" type="pres">
      <dgm:prSet presAssocID="{099A8608-EBFA-40E7-9603-799668E7ECAB}" presName="spaceRect" presStyleCnt="0"/>
      <dgm:spPr/>
    </dgm:pt>
    <dgm:pt modelId="{D12523D7-B05C-416D-B527-758DF15DCFD7}" type="pres">
      <dgm:prSet presAssocID="{099A8608-EBFA-40E7-9603-799668E7ECAB}" presName="parTx" presStyleLbl="revTx" presStyleIdx="2" presStyleCnt="5">
        <dgm:presLayoutVars>
          <dgm:chMax val="0"/>
          <dgm:chPref val="0"/>
        </dgm:presLayoutVars>
      </dgm:prSet>
      <dgm:spPr/>
    </dgm:pt>
    <dgm:pt modelId="{93FCEA2E-E02B-46DF-ACDB-00489F74B81B}" type="pres">
      <dgm:prSet presAssocID="{A65F8907-5B4F-4CF1-BB77-C2CCF9E4D205}" presName="sibTrans" presStyleCnt="0"/>
      <dgm:spPr/>
    </dgm:pt>
    <dgm:pt modelId="{A1D87370-6FAB-430E-A7B7-1CBB7576AF2B}" type="pres">
      <dgm:prSet presAssocID="{E10447D2-C6D7-4E43-902E-A692B876E5EB}" presName="compNode" presStyleCnt="0"/>
      <dgm:spPr/>
    </dgm:pt>
    <dgm:pt modelId="{15374272-2E4D-41EF-B541-C21E29424333}" type="pres">
      <dgm:prSet presAssocID="{E10447D2-C6D7-4E43-902E-A692B876E5EB}" presName="bgRect" presStyleLbl="bgShp" presStyleIdx="3" presStyleCnt="5"/>
      <dgm:spPr/>
    </dgm:pt>
    <dgm:pt modelId="{FC7DD6B3-0AAD-4C87-8607-C3107F066F23}" type="pres">
      <dgm:prSet presAssocID="{E10447D2-C6D7-4E43-902E-A692B876E5EB}" presName="iconRect" presStyleLbl="node1" presStyleIdx="3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Earth Globe Americas"/>
        </a:ext>
      </dgm:extLst>
    </dgm:pt>
    <dgm:pt modelId="{B7E0C76E-F4FB-46B1-8757-43CE07B114CE}" type="pres">
      <dgm:prSet presAssocID="{E10447D2-C6D7-4E43-902E-A692B876E5EB}" presName="spaceRect" presStyleCnt="0"/>
      <dgm:spPr/>
    </dgm:pt>
    <dgm:pt modelId="{C75B29B0-F402-4D2C-80B1-49D2D3DE0A31}" type="pres">
      <dgm:prSet presAssocID="{E10447D2-C6D7-4E43-902E-A692B876E5EB}" presName="parTx" presStyleLbl="revTx" presStyleIdx="3" presStyleCnt="5">
        <dgm:presLayoutVars>
          <dgm:chMax val="0"/>
          <dgm:chPref val="0"/>
        </dgm:presLayoutVars>
      </dgm:prSet>
      <dgm:spPr/>
    </dgm:pt>
    <dgm:pt modelId="{1FFF6642-E3B4-4B7F-AC2A-4B008175FFAD}" type="pres">
      <dgm:prSet presAssocID="{43580058-D48A-42F7-A299-F2CD57716442}" presName="sibTrans" presStyleCnt="0"/>
      <dgm:spPr/>
    </dgm:pt>
    <dgm:pt modelId="{51788D0E-0D55-43EC-B69E-0D613DAEE096}" type="pres">
      <dgm:prSet presAssocID="{519AD711-7B1A-4650-BA2B-00CBF4C035D5}" presName="compNode" presStyleCnt="0"/>
      <dgm:spPr/>
    </dgm:pt>
    <dgm:pt modelId="{F0097F2E-6504-4048-9AD5-0E0C39D61C1F}" type="pres">
      <dgm:prSet presAssocID="{519AD711-7B1A-4650-BA2B-00CBF4C035D5}" presName="bgRect" presStyleLbl="bgShp" presStyleIdx="4" presStyleCnt="5"/>
      <dgm:spPr/>
    </dgm:pt>
    <dgm:pt modelId="{FCBBD14E-168E-498C-A23E-11C195558448}" type="pres">
      <dgm:prSet presAssocID="{519AD711-7B1A-4650-BA2B-00CBF4C035D5}" presName="iconRect" presStyleLbl="node1" presStyleIdx="4" presStyleCnt="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C99AA419-1E67-43C2-923A-30B064D65E65}" type="pres">
      <dgm:prSet presAssocID="{519AD711-7B1A-4650-BA2B-00CBF4C035D5}" presName="spaceRect" presStyleCnt="0"/>
      <dgm:spPr/>
    </dgm:pt>
    <dgm:pt modelId="{BA3D843A-8ED0-4F8C-8224-DEBF2E53865D}" type="pres">
      <dgm:prSet presAssocID="{519AD711-7B1A-4650-BA2B-00CBF4C035D5}" presName="parTx" presStyleLbl="revTx" presStyleIdx="4" presStyleCnt="5">
        <dgm:presLayoutVars>
          <dgm:chMax val="0"/>
          <dgm:chPref val="0"/>
        </dgm:presLayoutVars>
      </dgm:prSet>
      <dgm:spPr/>
    </dgm:pt>
  </dgm:ptLst>
  <dgm:cxnLst>
    <dgm:cxn modelId="{D2A7231A-4B33-419E-A99B-99B5803C6572}" type="presOf" srcId="{4B26F53B-F98E-4827-8337-A32ABA17189D}" destId="{18FD0BD7-A8C9-4AE3-8E08-A0392020E24A}" srcOrd="0" destOrd="0" presId="urn:microsoft.com/office/officeart/2018/2/layout/IconVerticalSolidList"/>
    <dgm:cxn modelId="{BEC71F35-086B-4737-B447-D9479FE665B3}" srcId="{4B26F53B-F98E-4827-8337-A32ABA17189D}" destId="{E79BB525-9D21-41C1-86DF-AF16EF69FE13}" srcOrd="0" destOrd="0" parTransId="{3F945899-924C-4DD8-95EF-BD16EA6039CC}" sibTransId="{08F35023-A7BD-4E4F-9849-03993C575AAF}"/>
    <dgm:cxn modelId="{5B0E8F41-4B9D-48C0-8AC4-B9EC76A317D0}" type="presOf" srcId="{519AD711-7B1A-4650-BA2B-00CBF4C035D5}" destId="{BA3D843A-8ED0-4F8C-8224-DEBF2E53865D}" srcOrd="0" destOrd="0" presId="urn:microsoft.com/office/officeart/2018/2/layout/IconVerticalSolidList"/>
    <dgm:cxn modelId="{1C281A68-F5E6-41FE-98FC-3D5C787F7696}" srcId="{4B26F53B-F98E-4827-8337-A32ABA17189D}" destId="{519AD711-7B1A-4650-BA2B-00CBF4C035D5}" srcOrd="4" destOrd="0" parTransId="{C3A638D2-F59C-4459-B7B9-5EA6B1F450C9}" sibTransId="{FA83625A-499D-4590-9C8B-8F1EF6035437}"/>
    <dgm:cxn modelId="{1286DE6A-4BFA-4B87-96AC-446563DFED93}" srcId="{4B26F53B-F98E-4827-8337-A32ABA17189D}" destId="{099A8608-EBFA-40E7-9603-799668E7ECAB}" srcOrd="2" destOrd="0" parTransId="{66C1B14F-1DED-4562-BFFC-754EC1408F25}" sibTransId="{A65F8907-5B4F-4CF1-BB77-C2CCF9E4D205}"/>
    <dgm:cxn modelId="{D4E22181-7130-4CF6-A0E4-BCFEB7A6B263}" type="presOf" srcId="{099A8608-EBFA-40E7-9603-799668E7ECAB}" destId="{D12523D7-B05C-416D-B527-758DF15DCFD7}" srcOrd="0" destOrd="0" presId="urn:microsoft.com/office/officeart/2018/2/layout/IconVerticalSolidList"/>
    <dgm:cxn modelId="{EC1A1490-037F-4D48-86C5-23885FBA7082}" type="presOf" srcId="{E79BB525-9D21-41C1-86DF-AF16EF69FE13}" destId="{C4D853C4-C274-4DCC-A4E5-BC8716E38625}" srcOrd="0" destOrd="0" presId="urn:microsoft.com/office/officeart/2018/2/layout/IconVerticalSolidList"/>
    <dgm:cxn modelId="{45467E94-8E27-4315-B0AA-E87D4E1F5E0F}" type="presOf" srcId="{D454BA18-2AE6-4330-9686-1137D008CF71}" destId="{0FD7FDA4-52C2-4C77-84D4-2BF3752C2B2E}" srcOrd="0" destOrd="0" presId="urn:microsoft.com/office/officeart/2018/2/layout/IconVerticalSolidList"/>
    <dgm:cxn modelId="{4B4500A0-C135-49D5-B094-92DDD6E2FB83}" type="presOf" srcId="{E10447D2-C6D7-4E43-902E-A692B876E5EB}" destId="{C75B29B0-F402-4D2C-80B1-49D2D3DE0A31}" srcOrd="0" destOrd="0" presId="urn:microsoft.com/office/officeart/2018/2/layout/IconVerticalSolidList"/>
    <dgm:cxn modelId="{CD4CD5A6-F874-42FE-8D73-39958A126AE2}" srcId="{4B26F53B-F98E-4827-8337-A32ABA17189D}" destId="{E10447D2-C6D7-4E43-902E-A692B876E5EB}" srcOrd="3" destOrd="0" parTransId="{974FAAF1-DC1E-430B-A16B-019ABED9EC4E}" sibTransId="{43580058-D48A-42F7-A299-F2CD57716442}"/>
    <dgm:cxn modelId="{E1426EDE-6DE1-4CBC-8EFA-328BC9107F48}" srcId="{4B26F53B-F98E-4827-8337-A32ABA17189D}" destId="{D454BA18-2AE6-4330-9686-1137D008CF71}" srcOrd="1" destOrd="0" parTransId="{2BB9B6D0-C6D9-4353-9754-52E424B7890C}" sibTransId="{0134B98F-DDFF-4964-AC3D-A8B187525B15}"/>
    <dgm:cxn modelId="{2F6862C6-2212-4460-8B40-90550FB9F8AC}" type="presParOf" srcId="{18FD0BD7-A8C9-4AE3-8E08-A0392020E24A}" destId="{F44A5F15-A63B-4B30-898F-B0ACAFFD296C}" srcOrd="0" destOrd="0" presId="urn:microsoft.com/office/officeart/2018/2/layout/IconVerticalSolidList"/>
    <dgm:cxn modelId="{6F17EBEE-DD52-4EC0-B243-167ECD7A5ACA}" type="presParOf" srcId="{F44A5F15-A63B-4B30-898F-B0ACAFFD296C}" destId="{AC88E2AC-E178-429E-A2BA-69363F72C8B7}" srcOrd="0" destOrd="0" presId="urn:microsoft.com/office/officeart/2018/2/layout/IconVerticalSolidList"/>
    <dgm:cxn modelId="{00C1D1CB-6841-44BB-9E8E-C24C63626F63}" type="presParOf" srcId="{F44A5F15-A63B-4B30-898F-B0ACAFFD296C}" destId="{BDBD1E7A-BAE9-4071-9E71-D005B98DF06C}" srcOrd="1" destOrd="0" presId="urn:microsoft.com/office/officeart/2018/2/layout/IconVerticalSolidList"/>
    <dgm:cxn modelId="{A18FB4F6-229A-4B51-929F-347FFD24F244}" type="presParOf" srcId="{F44A5F15-A63B-4B30-898F-B0ACAFFD296C}" destId="{D3F49B88-0C07-48BC-9C4B-D86A89E32FBF}" srcOrd="2" destOrd="0" presId="urn:microsoft.com/office/officeart/2018/2/layout/IconVerticalSolidList"/>
    <dgm:cxn modelId="{10072802-EC48-43E8-86D4-14EB4B0B7A85}" type="presParOf" srcId="{F44A5F15-A63B-4B30-898F-B0ACAFFD296C}" destId="{C4D853C4-C274-4DCC-A4E5-BC8716E38625}" srcOrd="3" destOrd="0" presId="urn:microsoft.com/office/officeart/2018/2/layout/IconVerticalSolidList"/>
    <dgm:cxn modelId="{0F403043-B2E9-461F-B1AD-9DA3D4E36120}" type="presParOf" srcId="{18FD0BD7-A8C9-4AE3-8E08-A0392020E24A}" destId="{47E920A2-DE40-4A44-A0E1-9C7F15FB584A}" srcOrd="1" destOrd="0" presId="urn:microsoft.com/office/officeart/2018/2/layout/IconVerticalSolidList"/>
    <dgm:cxn modelId="{02908012-4F05-4460-BC24-1BB828D100B8}" type="presParOf" srcId="{18FD0BD7-A8C9-4AE3-8E08-A0392020E24A}" destId="{5ACF1FEA-C15A-453D-9BD6-8F4B340D8292}" srcOrd="2" destOrd="0" presId="urn:microsoft.com/office/officeart/2018/2/layout/IconVerticalSolidList"/>
    <dgm:cxn modelId="{A7DA53AB-2775-4426-B707-262C20367EE7}" type="presParOf" srcId="{5ACF1FEA-C15A-453D-9BD6-8F4B340D8292}" destId="{2F5AD2E8-BB92-4493-8C6D-542BD31B9ADE}" srcOrd="0" destOrd="0" presId="urn:microsoft.com/office/officeart/2018/2/layout/IconVerticalSolidList"/>
    <dgm:cxn modelId="{6122D19C-9E46-4E34-80E5-4854467C1BC3}" type="presParOf" srcId="{5ACF1FEA-C15A-453D-9BD6-8F4B340D8292}" destId="{A475794E-1EE6-4974-8EA2-A0E9BAF5551C}" srcOrd="1" destOrd="0" presId="urn:microsoft.com/office/officeart/2018/2/layout/IconVerticalSolidList"/>
    <dgm:cxn modelId="{260D408F-4CB4-4757-A066-352714B6C8D3}" type="presParOf" srcId="{5ACF1FEA-C15A-453D-9BD6-8F4B340D8292}" destId="{683BA39F-0431-4F91-A105-1D3E2D241737}" srcOrd="2" destOrd="0" presId="urn:microsoft.com/office/officeart/2018/2/layout/IconVerticalSolidList"/>
    <dgm:cxn modelId="{4C0BBACB-4387-4474-A7BE-92DAFA42A149}" type="presParOf" srcId="{5ACF1FEA-C15A-453D-9BD6-8F4B340D8292}" destId="{0FD7FDA4-52C2-4C77-84D4-2BF3752C2B2E}" srcOrd="3" destOrd="0" presId="urn:microsoft.com/office/officeart/2018/2/layout/IconVerticalSolidList"/>
    <dgm:cxn modelId="{44E329C4-A8E4-44BE-80BE-CBB8F6A744B4}" type="presParOf" srcId="{18FD0BD7-A8C9-4AE3-8E08-A0392020E24A}" destId="{23FB02F9-0841-44DC-AB51-DFA3FAB0EC97}" srcOrd="3" destOrd="0" presId="urn:microsoft.com/office/officeart/2018/2/layout/IconVerticalSolidList"/>
    <dgm:cxn modelId="{7EC78837-D89F-4500-9CC0-44EBE6E5B195}" type="presParOf" srcId="{18FD0BD7-A8C9-4AE3-8E08-A0392020E24A}" destId="{FC6A5A67-DFE1-41C9-A03F-4C650A97EE70}" srcOrd="4" destOrd="0" presId="urn:microsoft.com/office/officeart/2018/2/layout/IconVerticalSolidList"/>
    <dgm:cxn modelId="{2ABEE061-EA56-480C-B5E0-55B2EB4F2580}" type="presParOf" srcId="{FC6A5A67-DFE1-41C9-A03F-4C650A97EE70}" destId="{90C07BB6-2898-43FE-B837-205CA6748072}" srcOrd="0" destOrd="0" presId="urn:microsoft.com/office/officeart/2018/2/layout/IconVerticalSolidList"/>
    <dgm:cxn modelId="{CC700131-96C2-4190-88B4-46622848D6D6}" type="presParOf" srcId="{FC6A5A67-DFE1-41C9-A03F-4C650A97EE70}" destId="{67DDE612-1627-4758-BFA7-6E3D85C35E61}" srcOrd="1" destOrd="0" presId="urn:microsoft.com/office/officeart/2018/2/layout/IconVerticalSolidList"/>
    <dgm:cxn modelId="{820A6DC6-0A06-42B5-A968-318BD90943BF}" type="presParOf" srcId="{FC6A5A67-DFE1-41C9-A03F-4C650A97EE70}" destId="{88711303-5BEE-41D3-A13D-92FA731D2AE4}" srcOrd="2" destOrd="0" presId="urn:microsoft.com/office/officeart/2018/2/layout/IconVerticalSolidList"/>
    <dgm:cxn modelId="{B60300CF-39CC-4901-A70F-4DC882AB1B2D}" type="presParOf" srcId="{FC6A5A67-DFE1-41C9-A03F-4C650A97EE70}" destId="{D12523D7-B05C-416D-B527-758DF15DCFD7}" srcOrd="3" destOrd="0" presId="urn:microsoft.com/office/officeart/2018/2/layout/IconVerticalSolidList"/>
    <dgm:cxn modelId="{8D254108-F799-4657-A5B4-38F37D477A94}" type="presParOf" srcId="{18FD0BD7-A8C9-4AE3-8E08-A0392020E24A}" destId="{93FCEA2E-E02B-46DF-ACDB-00489F74B81B}" srcOrd="5" destOrd="0" presId="urn:microsoft.com/office/officeart/2018/2/layout/IconVerticalSolidList"/>
    <dgm:cxn modelId="{1BB8A7B3-7DFD-4224-A792-D39374E4F981}" type="presParOf" srcId="{18FD0BD7-A8C9-4AE3-8E08-A0392020E24A}" destId="{A1D87370-6FAB-430E-A7B7-1CBB7576AF2B}" srcOrd="6" destOrd="0" presId="urn:microsoft.com/office/officeart/2018/2/layout/IconVerticalSolidList"/>
    <dgm:cxn modelId="{FE1E5775-13B0-463B-8F06-108AB898E16B}" type="presParOf" srcId="{A1D87370-6FAB-430E-A7B7-1CBB7576AF2B}" destId="{15374272-2E4D-41EF-B541-C21E29424333}" srcOrd="0" destOrd="0" presId="urn:microsoft.com/office/officeart/2018/2/layout/IconVerticalSolidList"/>
    <dgm:cxn modelId="{F17E3A09-275B-460E-AAF5-D0999584B95D}" type="presParOf" srcId="{A1D87370-6FAB-430E-A7B7-1CBB7576AF2B}" destId="{FC7DD6B3-0AAD-4C87-8607-C3107F066F23}" srcOrd="1" destOrd="0" presId="urn:microsoft.com/office/officeart/2018/2/layout/IconVerticalSolidList"/>
    <dgm:cxn modelId="{67B7275E-C615-4CB2-8937-DDAC7271D6DC}" type="presParOf" srcId="{A1D87370-6FAB-430E-A7B7-1CBB7576AF2B}" destId="{B7E0C76E-F4FB-46B1-8757-43CE07B114CE}" srcOrd="2" destOrd="0" presId="urn:microsoft.com/office/officeart/2018/2/layout/IconVerticalSolidList"/>
    <dgm:cxn modelId="{66447207-D95A-455E-A52B-4B564C2B07EA}" type="presParOf" srcId="{A1D87370-6FAB-430E-A7B7-1CBB7576AF2B}" destId="{C75B29B0-F402-4D2C-80B1-49D2D3DE0A31}" srcOrd="3" destOrd="0" presId="urn:microsoft.com/office/officeart/2018/2/layout/IconVerticalSolidList"/>
    <dgm:cxn modelId="{7726565F-BFC2-474A-89B7-A441046C70B1}" type="presParOf" srcId="{18FD0BD7-A8C9-4AE3-8E08-A0392020E24A}" destId="{1FFF6642-E3B4-4B7F-AC2A-4B008175FFAD}" srcOrd="7" destOrd="0" presId="urn:microsoft.com/office/officeart/2018/2/layout/IconVerticalSolidList"/>
    <dgm:cxn modelId="{98C580E8-824F-4125-B8B0-AD3C2344295A}" type="presParOf" srcId="{18FD0BD7-A8C9-4AE3-8E08-A0392020E24A}" destId="{51788D0E-0D55-43EC-B69E-0D613DAEE096}" srcOrd="8" destOrd="0" presId="urn:microsoft.com/office/officeart/2018/2/layout/IconVerticalSolidList"/>
    <dgm:cxn modelId="{E52C03F0-764A-4CCF-AE3D-84452056BA5F}" type="presParOf" srcId="{51788D0E-0D55-43EC-B69E-0D613DAEE096}" destId="{F0097F2E-6504-4048-9AD5-0E0C39D61C1F}" srcOrd="0" destOrd="0" presId="urn:microsoft.com/office/officeart/2018/2/layout/IconVerticalSolidList"/>
    <dgm:cxn modelId="{28AB1BC6-8877-4DD4-BE58-60CBD0AAC07A}" type="presParOf" srcId="{51788D0E-0D55-43EC-B69E-0D613DAEE096}" destId="{FCBBD14E-168E-498C-A23E-11C195558448}" srcOrd="1" destOrd="0" presId="urn:microsoft.com/office/officeart/2018/2/layout/IconVerticalSolidList"/>
    <dgm:cxn modelId="{FD2FCD7F-DEE8-49C0-AB80-21199459EE79}" type="presParOf" srcId="{51788D0E-0D55-43EC-B69E-0D613DAEE096}" destId="{C99AA419-1E67-43C2-923A-30B064D65E65}" srcOrd="2" destOrd="0" presId="urn:microsoft.com/office/officeart/2018/2/layout/IconVerticalSolidList"/>
    <dgm:cxn modelId="{1621C72E-2B58-4915-B43F-D25FA41048BF}" type="presParOf" srcId="{51788D0E-0D55-43EC-B69E-0D613DAEE096}" destId="{BA3D843A-8ED0-4F8C-8224-DEBF2E53865D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C07C10-46A3-49FB-8AA7-C99438D34E6C}" type="doc">
      <dgm:prSet loTypeId="urn:microsoft.com/office/officeart/2016/7/layout/VerticalSolidActionList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5C21CB6F-6DC0-4890-9A62-707768B23DC0}">
      <dgm:prSet/>
      <dgm:spPr/>
      <dgm:t>
        <a:bodyPr/>
        <a:lstStyle/>
        <a:p>
          <a:r>
            <a:rPr lang="en-US"/>
            <a:t>Display</a:t>
          </a:r>
        </a:p>
      </dgm:t>
    </dgm:pt>
    <dgm:pt modelId="{AAF623BB-A7A9-4605-BC6B-16675F18C893}" type="parTrans" cxnId="{6F813207-84D6-470F-A102-601F636F6BF8}">
      <dgm:prSet/>
      <dgm:spPr/>
      <dgm:t>
        <a:bodyPr/>
        <a:lstStyle/>
        <a:p>
          <a:endParaRPr lang="en-US"/>
        </a:p>
      </dgm:t>
    </dgm:pt>
    <dgm:pt modelId="{A052CCA7-5937-4AF7-8C11-049975A9BF35}" type="sibTrans" cxnId="{6F813207-84D6-470F-A102-601F636F6BF8}">
      <dgm:prSet/>
      <dgm:spPr/>
      <dgm:t>
        <a:bodyPr/>
        <a:lstStyle/>
        <a:p>
          <a:endParaRPr lang="en-US"/>
        </a:p>
      </dgm:t>
    </dgm:pt>
    <dgm:pt modelId="{C1091E05-DF36-4FDA-A8CE-010810D9F466}">
      <dgm:prSet/>
      <dgm:spPr/>
      <dgm:t>
        <a:bodyPr/>
        <a:lstStyle/>
        <a:p>
          <a:r>
            <a:rPr lang="en-US"/>
            <a:t>Display events</a:t>
          </a:r>
        </a:p>
      </dgm:t>
    </dgm:pt>
    <dgm:pt modelId="{D2F79B7A-BEAB-461B-99BA-9CE422AE27B0}" type="parTrans" cxnId="{57D5C407-2D3F-4A0E-9013-9BB535EB23F5}">
      <dgm:prSet/>
      <dgm:spPr/>
      <dgm:t>
        <a:bodyPr/>
        <a:lstStyle/>
        <a:p>
          <a:endParaRPr lang="en-US"/>
        </a:p>
      </dgm:t>
    </dgm:pt>
    <dgm:pt modelId="{68175807-7340-410B-9E1F-9C16951F4DE9}" type="sibTrans" cxnId="{57D5C407-2D3F-4A0E-9013-9BB535EB23F5}">
      <dgm:prSet/>
      <dgm:spPr/>
      <dgm:t>
        <a:bodyPr/>
        <a:lstStyle/>
        <a:p>
          <a:endParaRPr lang="en-US"/>
        </a:p>
      </dgm:t>
    </dgm:pt>
    <dgm:pt modelId="{D78E36BB-3A1F-4123-A5BC-0C169A822A5D}">
      <dgm:prSet/>
      <dgm:spPr/>
      <dgm:t>
        <a:bodyPr/>
        <a:lstStyle/>
        <a:p>
          <a:r>
            <a:rPr lang="en-US"/>
            <a:t>Delete</a:t>
          </a:r>
        </a:p>
      </dgm:t>
    </dgm:pt>
    <dgm:pt modelId="{1F32E266-B21C-4148-958F-1B343DBE159F}" type="parTrans" cxnId="{4E1DB457-3039-4B47-934C-5F3AE3A0C0F0}">
      <dgm:prSet/>
      <dgm:spPr/>
      <dgm:t>
        <a:bodyPr/>
        <a:lstStyle/>
        <a:p>
          <a:endParaRPr lang="en-US"/>
        </a:p>
      </dgm:t>
    </dgm:pt>
    <dgm:pt modelId="{9805A14C-C801-48B7-8D5D-A41244A60765}" type="sibTrans" cxnId="{4E1DB457-3039-4B47-934C-5F3AE3A0C0F0}">
      <dgm:prSet/>
      <dgm:spPr/>
      <dgm:t>
        <a:bodyPr/>
        <a:lstStyle/>
        <a:p>
          <a:endParaRPr lang="en-US"/>
        </a:p>
      </dgm:t>
    </dgm:pt>
    <dgm:pt modelId="{F743B794-A8D9-435B-A754-97EB96A35731}">
      <dgm:prSet/>
      <dgm:spPr/>
      <dgm:t>
        <a:bodyPr/>
        <a:lstStyle/>
        <a:p>
          <a:r>
            <a:rPr lang="en-US"/>
            <a:t>Delete event</a:t>
          </a:r>
        </a:p>
      </dgm:t>
    </dgm:pt>
    <dgm:pt modelId="{308A2A70-7E55-4CCA-A0C4-7E9E27B31910}" type="parTrans" cxnId="{199E0913-619F-4E4B-8862-6D3CCC8203EA}">
      <dgm:prSet/>
      <dgm:spPr/>
      <dgm:t>
        <a:bodyPr/>
        <a:lstStyle/>
        <a:p>
          <a:endParaRPr lang="en-US"/>
        </a:p>
      </dgm:t>
    </dgm:pt>
    <dgm:pt modelId="{20B7A9A8-3C41-43CB-BD8C-E96B7793C6BB}" type="sibTrans" cxnId="{199E0913-619F-4E4B-8862-6D3CCC8203EA}">
      <dgm:prSet/>
      <dgm:spPr/>
      <dgm:t>
        <a:bodyPr/>
        <a:lstStyle/>
        <a:p>
          <a:endParaRPr lang="en-US"/>
        </a:p>
      </dgm:t>
    </dgm:pt>
    <dgm:pt modelId="{2F4BCD9A-6547-4C4B-BA8C-8E843DFF4255}">
      <dgm:prSet/>
      <dgm:spPr/>
      <dgm:t>
        <a:bodyPr/>
        <a:lstStyle/>
        <a:p>
          <a:r>
            <a:rPr lang="en-US"/>
            <a:t>Toggle</a:t>
          </a:r>
        </a:p>
      </dgm:t>
    </dgm:pt>
    <dgm:pt modelId="{AE95551D-E54E-457D-949F-C2B2EE0A9C81}" type="parTrans" cxnId="{65315426-82BD-4A2F-9F9F-9E678BB3EE75}">
      <dgm:prSet/>
      <dgm:spPr/>
      <dgm:t>
        <a:bodyPr/>
        <a:lstStyle/>
        <a:p>
          <a:endParaRPr lang="en-US"/>
        </a:p>
      </dgm:t>
    </dgm:pt>
    <dgm:pt modelId="{229BDD8D-80D8-4F7C-B977-E66E0B889509}" type="sibTrans" cxnId="{65315426-82BD-4A2F-9F9F-9E678BB3EE75}">
      <dgm:prSet/>
      <dgm:spPr/>
      <dgm:t>
        <a:bodyPr/>
        <a:lstStyle/>
        <a:p>
          <a:endParaRPr lang="en-US"/>
        </a:p>
      </dgm:t>
    </dgm:pt>
    <dgm:pt modelId="{356086DA-7055-4EDF-B8B1-872A13B665A2}">
      <dgm:prSet/>
      <dgm:spPr/>
      <dgm:t>
        <a:bodyPr/>
        <a:lstStyle/>
        <a:p>
          <a:r>
            <a:rPr lang="en-US"/>
            <a:t>Toggle attendance</a:t>
          </a:r>
        </a:p>
      </dgm:t>
    </dgm:pt>
    <dgm:pt modelId="{CCF646B7-A41E-485F-8DB8-F4FF0BC90C15}" type="parTrans" cxnId="{AFE50B88-2793-4536-96EA-4EB47877ABE5}">
      <dgm:prSet/>
      <dgm:spPr/>
      <dgm:t>
        <a:bodyPr/>
        <a:lstStyle/>
        <a:p>
          <a:endParaRPr lang="en-US"/>
        </a:p>
      </dgm:t>
    </dgm:pt>
    <dgm:pt modelId="{F5FDA549-9178-40D5-BAA0-8D7A6B9FF657}" type="sibTrans" cxnId="{AFE50B88-2793-4536-96EA-4EB47877ABE5}">
      <dgm:prSet/>
      <dgm:spPr/>
      <dgm:t>
        <a:bodyPr/>
        <a:lstStyle/>
        <a:p>
          <a:endParaRPr lang="en-US"/>
        </a:p>
      </dgm:t>
    </dgm:pt>
    <dgm:pt modelId="{AF66ADE6-7579-4125-85D9-6A179ECB0E86}">
      <dgm:prSet/>
      <dgm:spPr/>
      <dgm:t>
        <a:bodyPr/>
        <a:lstStyle/>
        <a:p>
          <a:r>
            <a:rPr lang="en-US"/>
            <a:t>Add</a:t>
          </a:r>
        </a:p>
      </dgm:t>
    </dgm:pt>
    <dgm:pt modelId="{98D48651-0370-4926-8431-D9D7B68CFCAF}" type="parTrans" cxnId="{0846CD50-2833-445F-9F63-8CBFCA50926F}">
      <dgm:prSet/>
      <dgm:spPr/>
      <dgm:t>
        <a:bodyPr/>
        <a:lstStyle/>
        <a:p>
          <a:endParaRPr lang="en-US"/>
        </a:p>
      </dgm:t>
    </dgm:pt>
    <dgm:pt modelId="{808E3D6D-BD53-4D05-BD7B-C4E09B601D6B}" type="sibTrans" cxnId="{0846CD50-2833-445F-9F63-8CBFCA50926F}">
      <dgm:prSet/>
      <dgm:spPr/>
      <dgm:t>
        <a:bodyPr/>
        <a:lstStyle/>
        <a:p>
          <a:endParaRPr lang="en-US"/>
        </a:p>
      </dgm:t>
    </dgm:pt>
    <dgm:pt modelId="{1FB953F1-4CF2-4973-A87A-5E8D6D60AD45}">
      <dgm:prSet/>
      <dgm:spPr/>
      <dgm:t>
        <a:bodyPr/>
        <a:lstStyle/>
        <a:p>
          <a:r>
            <a:rPr lang="en-US"/>
            <a:t>Add event via form</a:t>
          </a:r>
        </a:p>
      </dgm:t>
    </dgm:pt>
    <dgm:pt modelId="{86D86F15-E3BA-4CF7-AE01-21A2BD407A23}" type="parTrans" cxnId="{A336DDB3-6ED6-4AB3-84DF-28191736CEBF}">
      <dgm:prSet/>
      <dgm:spPr/>
      <dgm:t>
        <a:bodyPr/>
        <a:lstStyle/>
        <a:p>
          <a:endParaRPr lang="en-US"/>
        </a:p>
      </dgm:t>
    </dgm:pt>
    <dgm:pt modelId="{EA238CBE-6E42-4037-B186-1E51B5B5840F}" type="sibTrans" cxnId="{A336DDB3-6ED6-4AB3-84DF-28191736CEBF}">
      <dgm:prSet/>
      <dgm:spPr/>
      <dgm:t>
        <a:bodyPr/>
        <a:lstStyle/>
        <a:p>
          <a:endParaRPr lang="en-US"/>
        </a:p>
      </dgm:t>
    </dgm:pt>
    <dgm:pt modelId="{74DFFD90-19A2-473A-97B4-B69FC3D12B3E}" type="pres">
      <dgm:prSet presAssocID="{53C07C10-46A3-49FB-8AA7-C99438D34E6C}" presName="Name0" presStyleCnt="0">
        <dgm:presLayoutVars>
          <dgm:dir/>
          <dgm:animLvl val="lvl"/>
          <dgm:resizeHandles val="exact"/>
        </dgm:presLayoutVars>
      </dgm:prSet>
      <dgm:spPr/>
    </dgm:pt>
    <dgm:pt modelId="{489E85E0-ACE5-443C-A217-E7C8A17D2DC7}" type="pres">
      <dgm:prSet presAssocID="{5C21CB6F-6DC0-4890-9A62-707768B23DC0}" presName="linNode" presStyleCnt="0"/>
      <dgm:spPr/>
    </dgm:pt>
    <dgm:pt modelId="{EAC2FA8D-7C72-4C72-9C0D-DC55D785CDEF}" type="pres">
      <dgm:prSet presAssocID="{5C21CB6F-6DC0-4890-9A62-707768B23DC0}" presName="parentText" presStyleLbl="alignNode1" presStyleIdx="0" presStyleCnt="4">
        <dgm:presLayoutVars>
          <dgm:chMax val="1"/>
          <dgm:bulletEnabled/>
        </dgm:presLayoutVars>
      </dgm:prSet>
      <dgm:spPr/>
    </dgm:pt>
    <dgm:pt modelId="{CA921F4E-B168-4EE3-8029-1EC8AB2D1943}" type="pres">
      <dgm:prSet presAssocID="{5C21CB6F-6DC0-4890-9A62-707768B23DC0}" presName="descendantText" presStyleLbl="alignAccFollowNode1" presStyleIdx="0" presStyleCnt="4">
        <dgm:presLayoutVars>
          <dgm:bulletEnabled/>
        </dgm:presLayoutVars>
      </dgm:prSet>
      <dgm:spPr/>
    </dgm:pt>
    <dgm:pt modelId="{8FDF7D39-930B-4607-9BE4-88E12B11B6E2}" type="pres">
      <dgm:prSet presAssocID="{A052CCA7-5937-4AF7-8C11-049975A9BF35}" presName="sp" presStyleCnt="0"/>
      <dgm:spPr/>
    </dgm:pt>
    <dgm:pt modelId="{50CC45FA-3421-4512-B36D-1CC8FFF267F9}" type="pres">
      <dgm:prSet presAssocID="{D78E36BB-3A1F-4123-A5BC-0C169A822A5D}" presName="linNode" presStyleCnt="0"/>
      <dgm:spPr/>
    </dgm:pt>
    <dgm:pt modelId="{ABF8FEFD-937E-4F92-9351-B3F8F89BB143}" type="pres">
      <dgm:prSet presAssocID="{D78E36BB-3A1F-4123-A5BC-0C169A822A5D}" presName="parentText" presStyleLbl="alignNode1" presStyleIdx="1" presStyleCnt="4">
        <dgm:presLayoutVars>
          <dgm:chMax val="1"/>
          <dgm:bulletEnabled/>
        </dgm:presLayoutVars>
      </dgm:prSet>
      <dgm:spPr/>
    </dgm:pt>
    <dgm:pt modelId="{3CBCBD5B-82DF-4E2E-84BE-BD07A0623FCA}" type="pres">
      <dgm:prSet presAssocID="{D78E36BB-3A1F-4123-A5BC-0C169A822A5D}" presName="descendantText" presStyleLbl="alignAccFollowNode1" presStyleIdx="1" presStyleCnt="4">
        <dgm:presLayoutVars>
          <dgm:bulletEnabled/>
        </dgm:presLayoutVars>
      </dgm:prSet>
      <dgm:spPr/>
    </dgm:pt>
    <dgm:pt modelId="{F864DAD4-2818-44DD-A864-EC12C3A054B3}" type="pres">
      <dgm:prSet presAssocID="{9805A14C-C801-48B7-8D5D-A41244A60765}" presName="sp" presStyleCnt="0"/>
      <dgm:spPr/>
    </dgm:pt>
    <dgm:pt modelId="{77535C00-DEAD-4D1C-A5B5-BD364CD84AA6}" type="pres">
      <dgm:prSet presAssocID="{2F4BCD9A-6547-4C4B-BA8C-8E843DFF4255}" presName="linNode" presStyleCnt="0"/>
      <dgm:spPr/>
    </dgm:pt>
    <dgm:pt modelId="{E869E1C9-8CE6-4081-98BD-7CA28A1DF3C9}" type="pres">
      <dgm:prSet presAssocID="{2F4BCD9A-6547-4C4B-BA8C-8E843DFF4255}" presName="parentText" presStyleLbl="alignNode1" presStyleIdx="2" presStyleCnt="4">
        <dgm:presLayoutVars>
          <dgm:chMax val="1"/>
          <dgm:bulletEnabled/>
        </dgm:presLayoutVars>
      </dgm:prSet>
      <dgm:spPr/>
    </dgm:pt>
    <dgm:pt modelId="{865B59B0-3953-4BB2-93D3-3CAEAE39B183}" type="pres">
      <dgm:prSet presAssocID="{2F4BCD9A-6547-4C4B-BA8C-8E843DFF4255}" presName="descendantText" presStyleLbl="alignAccFollowNode1" presStyleIdx="2" presStyleCnt="4">
        <dgm:presLayoutVars>
          <dgm:bulletEnabled/>
        </dgm:presLayoutVars>
      </dgm:prSet>
      <dgm:spPr/>
    </dgm:pt>
    <dgm:pt modelId="{5D97857B-9DD7-4B3C-B99C-B85652F8D766}" type="pres">
      <dgm:prSet presAssocID="{229BDD8D-80D8-4F7C-B977-E66E0B889509}" presName="sp" presStyleCnt="0"/>
      <dgm:spPr/>
    </dgm:pt>
    <dgm:pt modelId="{B253FD71-458D-477F-9EC6-B09C13E19B7A}" type="pres">
      <dgm:prSet presAssocID="{AF66ADE6-7579-4125-85D9-6A179ECB0E86}" presName="linNode" presStyleCnt="0"/>
      <dgm:spPr/>
    </dgm:pt>
    <dgm:pt modelId="{EDA81E38-961E-419E-BA88-F600CF2F847C}" type="pres">
      <dgm:prSet presAssocID="{AF66ADE6-7579-4125-85D9-6A179ECB0E86}" presName="parentText" presStyleLbl="alignNode1" presStyleIdx="3" presStyleCnt="4">
        <dgm:presLayoutVars>
          <dgm:chMax val="1"/>
          <dgm:bulletEnabled/>
        </dgm:presLayoutVars>
      </dgm:prSet>
      <dgm:spPr/>
    </dgm:pt>
    <dgm:pt modelId="{8DB8D6FC-B2B8-403D-99EF-A94BC0761607}" type="pres">
      <dgm:prSet presAssocID="{AF66ADE6-7579-4125-85D9-6A179ECB0E86}" presName="descendantText" presStyleLbl="alignAccFollowNode1" presStyleIdx="3" presStyleCnt="4">
        <dgm:presLayoutVars>
          <dgm:bulletEnabled/>
        </dgm:presLayoutVars>
      </dgm:prSet>
      <dgm:spPr/>
    </dgm:pt>
  </dgm:ptLst>
  <dgm:cxnLst>
    <dgm:cxn modelId="{6F813207-84D6-470F-A102-601F636F6BF8}" srcId="{53C07C10-46A3-49FB-8AA7-C99438D34E6C}" destId="{5C21CB6F-6DC0-4890-9A62-707768B23DC0}" srcOrd="0" destOrd="0" parTransId="{AAF623BB-A7A9-4605-BC6B-16675F18C893}" sibTransId="{A052CCA7-5937-4AF7-8C11-049975A9BF35}"/>
    <dgm:cxn modelId="{57D5C407-2D3F-4A0E-9013-9BB535EB23F5}" srcId="{5C21CB6F-6DC0-4890-9A62-707768B23DC0}" destId="{C1091E05-DF36-4FDA-A8CE-010810D9F466}" srcOrd="0" destOrd="0" parTransId="{D2F79B7A-BEAB-461B-99BA-9CE422AE27B0}" sibTransId="{68175807-7340-410B-9E1F-9C16951F4DE9}"/>
    <dgm:cxn modelId="{199E0913-619F-4E4B-8862-6D3CCC8203EA}" srcId="{D78E36BB-3A1F-4123-A5BC-0C169A822A5D}" destId="{F743B794-A8D9-435B-A754-97EB96A35731}" srcOrd="0" destOrd="0" parTransId="{308A2A70-7E55-4CCA-A0C4-7E9E27B31910}" sibTransId="{20B7A9A8-3C41-43CB-BD8C-E96B7793C6BB}"/>
    <dgm:cxn modelId="{65315426-82BD-4A2F-9F9F-9E678BB3EE75}" srcId="{53C07C10-46A3-49FB-8AA7-C99438D34E6C}" destId="{2F4BCD9A-6547-4C4B-BA8C-8E843DFF4255}" srcOrd="2" destOrd="0" parTransId="{AE95551D-E54E-457D-949F-C2B2EE0A9C81}" sibTransId="{229BDD8D-80D8-4F7C-B977-E66E0B889509}"/>
    <dgm:cxn modelId="{6E6D722C-9124-475E-A075-2EDF565E8869}" type="presOf" srcId="{D78E36BB-3A1F-4123-A5BC-0C169A822A5D}" destId="{ABF8FEFD-937E-4F92-9351-B3F8F89BB143}" srcOrd="0" destOrd="0" presId="urn:microsoft.com/office/officeart/2016/7/layout/VerticalSolidActionList"/>
    <dgm:cxn modelId="{ECBB0F47-0586-49BD-A1FA-2F1164791D03}" type="presOf" srcId="{C1091E05-DF36-4FDA-A8CE-010810D9F466}" destId="{CA921F4E-B168-4EE3-8029-1EC8AB2D1943}" srcOrd="0" destOrd="0" presId="urn:microsoft.com/office/officeart/2016/7/layout/VerticalSolidActionList"/>
    <dgm:cxn modelId="{0846CD50-2833-445F-9F63-8CBFCA50926F}" srcId="{53C07C10-46A3-49FB-8AA7-C99438D34E6C}" destId="{AF66ADE6-7579-4125-85D9-6A179ECB0E86}" srcOrd="3" destOrd="0" parTransId="{98D48651-0370-4926-8431-D9D7B68CFCAF}" sibTransId="{808E3D6D-BD53-4D05-BD7B-C4E09B601D6B}"/>
    <dgm:cxn modelId="{4E1DB457-3039-4B47-934C-5F3AE3A0C0F0}" srcId="{53C07C10-46A3-49FB-8AA7-C99438D34E6C}" destId="{D78E36BB-3A1F-4123-A5BC-0C169A822A5D}" srcOrd="1" destOrd="0" parTransId="{1F32E266-B21C-4148-958F-1B343DBE159F}" sibTransId="{9805A14C-C801-48B7-8D5D-A41244A60765}"/>
    <dgm:cxn modelId="{AFE50B88-2793-4536-96EA-4EB47877ABE5}" srcId="{2F4BCD9A-6547-4C4B-BA8C-8E843DFF4255}" destId="{356086DA-7055-4EDF-B8B1-872A13B665A2}" srcOrd="0" destOrd="0" parTransId="{CCF646B7-A41E-485F-8DB8-F4FF0BC90C15}" sibTransId="{F5FDA549-9178-40D5-BAA0-8D7A6B9FF657}"/>
    <dgm:cxn modelId="{83FFB4AE-B8CC-409E-9194-C284AD4830C0}" type="presOf" srcId="{356086DA-7055-4EDF-B8B1-872A13B665A2}" destId="{865B59B0-3953-4BB2-93D3-3CAEAE39B183}" srcOrd="0" destOrd="0" presId="urn:microsoft.com/office/officeart/2016/7/layout/VerticalSolidActionList"/>
    <dgm:cxn modelId="{8E4429AF-C3DC-48C4-A478-136B69FDD5AB}" type="presOf" srcId="{AF66ADE6-7579-4125-85D9-6A179ECB0E86}" destId="{EDA81E38-961E-419E-BA88-F600CF2F847C}" srcOrd="0" destOrd="0" presId="urn:microsoft.com/office/officeart/2016/7/layout/VerticalSolidActionList"/>
    <dgm:cxn modelId="{A336DDB3-6ED6-4AB3-84DF-28191736CEBF}" srcId="{AF66ADE6-7579-4125-85D9-6A179ECB0E86}" destId="{1FB953F1-4CF2-4973-A87A-5E8D6D60AD45}" srcOrd="0" destOrd="0" parTransId="{86D86F15-E3BA-4CF7-AE01-21A2BD407A23}" sibTransId="{EA238CBE-6E42-4037-B186-1E51B5B5840F}"/>
    <dgm:cxn modelId="{A5932AC1-8814-4606-B45A-DC90986C5821}" type="presOf" srcId="{F743B794-A8D9-435B-A754-97EB96A35731}" destId="{3CBCBD5B-82DF-4E2E-84BE-BD07A0623FCA}" srcOrd="0" destOrd="0" presId="urn:microsoft.com/office/officeart/2016/7/layout/VerticalSolidActionList"/>
    <dgm:cxn modelId="{6A9D40C2-F63B-4D47-B327-AE2246E0D1F0}" type="presOf" srcId="{53C07C10-46A3-49FB-8AA7-C99438D34E6C}" destId="{74DFFD90-19A2-473A-97B4-B69FC3D12B3E}" srcOrd="0" destOrd="0" presId="urn:microsoft.com/office/officeart/2016/7/layout/VerticalSolidActionList"/>
    <dgm:cxn modelId="{124D60D1-FF1D-4F76-9F6A-A2F9A16C5C70}" type="presOf" srcId="{1FB953F1-4CF2-4973-A87A-5E8D6D60AD45}" destId="{8DB8D6FC-B2B8-403D-99EF-A94BC0761607}" srcOrd="0" destOrd="0" presId="urn:microsoft.com/office/officeart/2016/7/layout/VerticalSolidActionList"/>
    <dgm:cxn modelId="{E548C7EE-0151-41A6-A304-75379DA4A208}" type="presOf" srcId="{2F4BCD9A-6547-4C4B-BA8C-8E843DFF4255}" destId="{E869E1C9-8CE6-4081-98BD-7CA28A1DF3C9}" srcOrd="0" destOrd="0" presId="urn:microsoft.com/office/officeart/2016/7/layout/VerticalSolidActionList"/>
    <dgm:cxn modelId="{BEBBFDF0-27B6-4868-BEAE-3F6DE24DE8B9}" type="presOf" srcId="{5C21CB6F-6DC0-4890-9A62-707768B23DC0}" destId="{EAC2FA8D-7C72-4C72-9C0D-DC55D785CDEF}" srcOrd="0" destOrd="0" presId="urn:microsoft.com/office/officeart/2016/7/layout/VerticalSolidActionList"/>
    <dgm:cxn modelId="{41B70D10-0BEF-4436-BFB1-4D1906991607}" type="presParOf" srcId="{74DFFD90-19A2-473A-97B4-B69FC3D12B3E}" destId="{489E85E0-ACE5-443C-A217-E7C8A17D2DC7}" srcOrd="0" destOrd="0" presId="urn:microsoft.com/office/officeart/2016/7/layout/VerticalSolidActionList"/>
    <dgm:cxn modelId="{41A7F4B5-0AAD-43A0-9874-7EB945D1D659}" type="presParOf" srcId="{489E85E0-ACE5-443C-A217-E7C8A17D2DC7}" destId="{EAC2FA8D-7C72-4C72-9C0D-DC55D785CDEF}" srcOrd="0" destOrd="0" presId="urn:microsoft.com/office/officeart/2016/7/layout/VerticalSolidActionList"/>
    <dgm:cxn modelId="{A959F62E-B4E0-4774-A514-D0AE668563A2}" type="presParOf" srcId="{489E85E0-ACE5-443C-A217-E7C8A17D2DC7}" destId="{CA921F4E-B168-4EE3-8029-1EC8AB2D1943}" srcOrd="1" destOrd="0" presId="urn:microsoft.com/office/officeart/2016/7/layout/VerticalSolidActionList"/>
    <dgm:cxn modelId="{2F85ECA2-7A94-4DD1-8A92-53CC6DF8BB5E}" type="presParOf" srcId="{74DFFD90-19A2-473A-97B4-B69FC3D12B3E}" destId="{8FDF7D39-930B-4607-9BE4-88E12B11B6E2}" srcOrd="1" destOrd="0" presId="urn:microsoft.com/office/officeart/2016/7/layout/VerticalSolidActionList"/>
    <dgm:cxn modelId="{E97732FD-A391-43C2-A2F8-B2458D480D83}" type="presParOf" srcId="{74DFFD90-19A2-473A-97B4-B69FC3D12B3E}" destId="{50CC45FA-3421-4512-B36D-1CC8FFF267F9}" srcOrd="2" destOrd="0" presId="urn:microsoft.com/office/officeart/2016/7/layout/VerticalSolidActionList"/>
    <dgm:cxn modelId="{4EC2F339-0259-4426-9596-4B7DB3605D29}" type="presParOf" srcId="{50CC45FA-3421-4512-B36D-1CC8FFF267F9}" destId="{ABF8FEFD-937E-4F92-9351-B3F8F89BB143}" srcOrd="0" destOrd="0" presId="urn:microsoft.com/office/officeart/2016/7/layout/VerticalSolidActionList"/>
    <dgm:cxn modelId="{2F868C7D-57D5-49A9-A194-9378E4CD72D4}" type="presParOf" srcId="{50CC45FA-3421-4512-B36D-1CC8FFF267F9}" destId="{3CBCBD5B-82DF-4E2E-84BE-BD07A0623FCA}" srcOrd="1" destOrd="0" presId="urn:microsoft.com/office/officeart/2016/7/layout/VerticalSolidActionList"/>
    <dgm:cxn modelId="{30615396-897D-483A-9C5E-BB60C35CA6D8}" type="presParOf" srcId="{74DFFD90-19A2-473A-97B4-B69FC3D12B3E}" destId="{F864DAD4-2818-44DD-A864-EC12C3A054B3}" srcOrd="3" destOrd="0" presId="urn:microsoft.com/office/officeart/2016/7/layout/VerticalSolidActionList"/>
    <dgm:cxn modelId="{CAB5D702-D978-46D1-8CC7-80539785B799}" type="presParOf" srcId="{74DFFD90-19A2-473A-97B4-B69FC3D12B3E}" destId="{77535C00-DEAD-4D1C-A5B5-BD364CD84AA6}" srcOrd="4" destOrd="0" presId="urn:microsoft.com/office/officeart/2016/7/layout/VerticalSolidActionList"/>
    <dgm:cxn modelId="{B693ACA7-8005-44F4-ADAA-740794D6629B}" type="presParOf" srcId="{77535C00-DEAD-4D1C-A5B5-BD364CD84AA6}" destId="{E869E1C9-8CE6-4081-98BD-7CA28A1DF3C9}" srcOrd="0" destOrd="0" presId="urn:microsoft.com/office/officeart/2016/7/layout/VerticalSolidActionList"/>
    <dgm:cxn modelId="{0DAD0B36-CB3C-461B-BFF4-894E55B2C127}" type="presParOf" srcId="{77535C00-DEAD-4D1C-A5B5-BD364CD84AA6}" destId="{865B59B0-3953-4BB2-93D3-3CAEAE39B183}" srcOrd="1" destOrd="0" presId="urn:microsoft.com/office/officeart/2016/7/layout/VerticalSolidActionList"/>
    <dgm:cxn modelId="{060D13CB-CC15-4C5D-8088-F3D496FB2A76}" type="presParOf" srcId="{74DFFD90-19A2-473A-97B4-B69FC3D12B3E}" destId="{5D97857B-9DD7-4B3C-B99C-B85652F8D766}" srcOrd="5" destOrd="0" presId="urn:microsoft.com/office/officeart/2016/7/layout/VerticalSolidActionList"/>
    <dgm:cxn modelId="{360A16E8-C93B-4193-B152-BAE15B90300B}" type="presParOf" srcId="{74DFFD90-19A2-473A-97B4-B69FC3D12B3E}" destId="{B253FD71-458D-477F-9EC6-B09C13E19B7A}" srcOrd="6" destOrd="0" presId="urn:microsoft.com/office/officeart/2016/7/layout/VerticalSolidActionList"/>
    <dgm:cxn modelId="{3B88D96A-6D48-4A81-B860-FF08D74A33A1}" type="presParOf" srcId="{B253FD71-458D-477F-9EC6-B09C13E19B7A}" destId="{EDA81E38-961E-419E-BA88-F600CF2F847C}" srcOrd="0" destOrd="0" presId="urn:microsoft.com/office/officeart/2016/7/layout/VerticalSolidActionList"/>
    <dgm:cxn modelId="{5787F013-022B-4B8B-9EC3-D0EA5DA96C2F}" type="presParOf" srcId="{B253FD71-458D-477F-9EC6-B09C13E19B7A}" destId="{8DB8D6FC-B2B8-403D-99EF-A94BC0761607}" srcOrd="1" destOrd="0" presId="urn:microsoft.com/office/officeart/2016/7/layout/VerticalSolidAc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C88E2AC-E178-429E-A2BA-69363F72C8B7}">
      <dsp:nvSpPr>
        <dsp:cNvPr id="0" name=""/>
        <dsp:cNvSpPr/>
      </dsp:nvSpPr>
      <dsp:spPr>
        <a:xfrm>
          <a:off x="0" y="4592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DBD1E7A-BAE9-4071-9E71-D005B98DF06C}">
      <dsp:nvSpPr>
        <dsp:cNvPr id="0" name=""/>
        <dsp:cNvSpPr/>
      </dsp:nvSpPr>
      <dsp:spPr>
        <a:xfrm>
          <a:off x="295926" y="224703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4D853C4-C274-4DCC-A4E5-BC8716E38625}">
      <dsp:nvSpPr>
        <dsp:cNvPr id="0" name=""/>
        <dsp:cNvSpPr/>
      </dsp:nvSpPr>
      <dsp:spPr>
        <a:xfrm>
          <a:off x="1129902" y="4592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id</a:t>
          </a:r>
        </a:p>
      </dsp:txBody>
      <dsp:txXfrm>
        <a:off x="1129902" y="4592"/>
        <a:ext cx="3596298" cy="978270"/>
      </dsp:txXfrm>
    </dsp:sp>
    <dsp:sp modelId="{2F5AD2E8-BB92-4493-8C6D-542BD31B9ADE}">
      <dsp:nvSpPr>
        <dsp:cNvPr id="0" name=""/>
        <dsp:cNvSpPr/>
      </dsp:nvSpPr>
      <dsp:spPr>
        <a:xfrm>
          <a:off x="0" y="1227431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75794E-1EE6-4974-8EA2-A0E9BAF5551C}">
      <dsp:nvSpPr>
        <dsp:cNvPr id="0" name=""/>
        <dsp:cNvSpPr/>
      </dsp:nvSpPr>
      <dsp:spPr>
        <a:xfrm>
          <a:off x="295926" y="1447541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FD7FDA4-52C2-4C77-84D4-2BF3752C2B2E}">
      <dsp:nvSpPr>
        <dsp:cNvPr id="0" name=""/>
        <dsp:cNvSpPr/>
      </dsp:nvSpPr>
      <dsp:spPr>
        <a:xfrm>
          <a:off x="1129902" y="1227431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title</a:t>
          </a:r>
        </a:p>
      </dsp:txBody>
      <dsp:txXfrm>
        <a:off x="1129902" y="1227431"/>
        <a:ext cx="3596298" cy="978270"/>
      </dsp:txXfrm>
    </dsp:sp>
    <dsp:sp modelId="{90C07BB6-2898-43FE-B837-205CA6748072}">
      <dsp:nvSpPr>
        <dsp:cNvPr id="0" name=""/>
        <dsp:cNvSpPr/>
      </dsp:nvSpPr>
      <dsp:spPr>
        <a:xfrm>
          <a:off x="0" y="2450269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DDE612-1627-4758-BFA7-6E3D85C35E61}">
      <dsp:nvSpPr>
        <dsp:cNvPr id="0" name=""/>
        <dsp:cNvSpPr/>
      </dsp:nvSpPr>
      <dsp:spPr>
        <a:xfrm>
          <a:off x="295926" y="2670380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2523D7-B05C-416D-B527-758DF15DCFD7}">
      <dsp:nvSpPr>
        <dsp:cNvPr id="0" name=""/>
        <dsp:cNvSpPr/>
      </dsp:nvSpPr>
      <dsp:spPr>
        <a:xfrm>
          <a:off x="1129902" y="2450269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date</a:t>
          </a:r>
        </a:p>
      </dsp:txBody>
      <dsp:txXfrm>
        <a:off x="1129902" y="2450269"/>
        <a:ext cx="3596298" cy="978270"/>
      </dsp:txXfrm>
    </dsp:sp>
    <dsp:sp modelId="{15374272-2E4D-41EF-B541-C21E29424333}">
      <dsp:nvSpPr>
        <dsp:cNvPr id="0" name=""/>
        <dsp:cNvSpPr/>
      </dsp:nvSpPr>
      <dsp:spPr>
        <a:xfrm>
          <a:off x="0" y="3673107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7DD6B3-0AAD-4C87-8607-C3107F066F23}">
      <dsp:nvSpPr>
        <dsp:cNvPr id="0" name=""/>
        <dsp:cNvSpPr/>
      </dsp:nvSpPr>
      <dsp:spPr>
        <a:xfrm>
          <a:off x="295926" y="3893218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5B29B0-F402-4D2C-80B1-49D2D3DE0A31}">
      <dsp:nvSpPr>
        <dsp:cNvPr id="0" name=""/>
        <dsp:cNvSpPr/>
      </dsp:nvSpPr>
      <dsp:spPr>
        <a:xfrm>
          <a:off x="1129902" y="3673107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location</a:t>
          </a:r>
        </a:p>
      </dsp:txBody>
      <dsp:txXfrm>
        <a:off x="1129902" y="3673107"/>
        <a:ext cx="3596298" cy="978270"/>
      </dsp:txXfrm>
    </dsp:sp>
    <dsp:sp modelId="{F0097F2E-6504-4048-9AD5-0E0C39D61C1F}">
      <dsp:nvSpPr>
        <dsp:cNvPr id="0" name=""/>
        <dsp:cNvSpPr/>
      </dsp:nvSpPr>
      <dsp:spPr>
        <a:xfrm>
          <a:off x="0" y="4895945"/>
          <a:ext cx="4726201" cy="978270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BBD14E-168E-498C-A23E-11C195558448}">
      <dsp:nvSpPr>
        <dsp:cNvPr id="0" name=""/>
        <dsp:cNvSpPr/>
      </dsp:nvSpPr>
      <dsp:spPr>
        <a:xfrm>
          <a:off x="295926" y="5116056"/>
          <a:ext cx="538048" cy="53804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D843A-8ED0-4F8C-8224-DEBF2E53865D}">
      <dsp:nvSpPr>
        <dsp:cNvPr id="0" name=""/>
        <dsp:cNvSpPr/>
      </dsp:nvSpPr>
      <dsp:spPr>
        <a:xfrm>
          <a:off x="1129902" y="4895945"/>
          <a:ext cx="3596298" cy="9782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534" tIns="103534" rIns="103534" bIns="103534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attending (boolean)</a:t>
          </a:r>
        </a:p>
      </dsp:txBody>
      <dsp:txXfrm>
        <a:off x="1129902" y="4895945"/>
        <a:ext cx="3596298" cy="97827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921F4E-B168-4EE3-8029-1EC8AB2D1943}">
      <dsp:nvSpPr>
        <dsp:cNvPr id="0" name=""/>
        <dsp:cNvSpPr/>
      </dsp:nvSpPr>
      <dsp:spPr>
        <a:xfrm>
          <a:off x="945240" y="2712"/>
          <a:ext cx="3780960" cy="1405115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61" tIns="356899" rIns="73361" bIns="35689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Display events</a:t>
          </a:r>
        </a:p>
      </dsp:txBody>
      <dsp:txXfrm>
        <a:off x="945240" y="2712"/>
        <a:ext cx="3780960" cy="1405115"/>
      </dsp:txXfrm>
    </dsp:sp>
    <dsp:sp modelId="{EAC2FA8D-7C72-4C72-9C0D-DC55D785CDEF}">
      <dsp:nvSpPr>
        <dsp:cNvPr id="0" name=""/>
        <dsp:cNvSpPr/>
      </dsp:nvSpPr>
      <dsp:spPr>
        <a:xfrm>
          <a:off x="0" y="2712"/>
          <a:ext cx="945240" cy="1405115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019" tIns="138794" rIns="50019" bIns="13879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Display</a:t>
          </a:r>
        </a:p>
      </dsp:txBody>
      <dsp:txXfrm>
        <a:off x="0" y="2712"/>
        <a:ext cx="945240" cy="1405115"/>
      </dsp:txXfrm>
    </dsp:sp>
    <dsp:sp modelId="{3CBCBD5B-82DF-4E2E-84BE-BD07A0623FCA}">
      <dsp:nvSpPr>
        <dsp:cNvPr id="0" name=""/>
        <dsp:cNvSpPr/>
      </dsp:nvSpPr>
      <dsp:spPr>
        <a:xfrm>
          <a:off x="945240" y="1492135"/>
          <a:ext cx="3780960" cy="1405115"/>
        </a:xfrm>
        <a:prstGeom prst="rect">
          <a:avLst/>
        </a:prstGeom>
        <a:solidFill>
          <a:schemeClr val="accent2">
            <a:tint val="40000"/>
            <a:alpha val="90000"/>
            <a:hueOff val="1675274"/>
            <a:satOff val="-1459"/>
            <a:lumOff val="-2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1675274"/>
              <a:satOff val="-1459"/>
              <a:lumOff val="-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61" tIns="356899" rIns="73361" bIns="35689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Delete event</a:t>
          </a:r>
        </a:p>
      </dsp:txBody>
      <dsp:txXfrm>
        <a:off x="945240" y="1492135"/>
        <a:ext cx="3780960" cy="1405115"/>
      </dsp:txXfrm>
    </dsp:sp>
    <dsp:sp modelId="{ABF8FEFD-937E-4F92-9351-B3F8F89BB143}">
      <dsp:nvSpPr>
        <dsp:cNvPr id="0" name=""/>
        <dsp:cNvSpPr/>
      </dsp:nvSpPr>
      <dsp:spPr>
        <a:xfrm>
          <a:off x="0" y="1492135"/>
          <a:ext cx="945240" cy="1405115"/>
        </a:xfrm>
        <a:prstGeom prst="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accent2">
              <a:hueOff val="1560506"/>
              <a:satOff val="-1946"/>
              <a:lumOff val="45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019" tIns="138794" rIns="50019" bIns="13879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Delete</a:t>
          </a:r>
        </a:p>
      </dsp:txBody>
      <dsp:txXfrm>
        <a:off x="0" y="1492135"/>
        <a:ext cx="945240" cy="1405115"/>
      </dsp:txXfrm>
    </dsp:sp>
    <dsp:sp modelId="{865B59B0-3953-4BB2-93D3-3CAEAE39B183}">
      <dsp:nvSpPr>
        <dsp:cNvPr id="0" name=""/>
        <dsp:cNvSpPr/>
      </dsp:nvSpPr>
      <dsp:spPr>
        <a:xfrm>
          <a:off x="945240" y="2981557"/>
          <a:ext cx="3780960" cy="1405115"/>
        </a:xfrm>
        <a:prstGeom prst="rect">
          <a:avLst/>
        </a:prstGeom>
        <a:solidFill>
          <a:schemeClr val="accent2">
            <a:tint val="40000"/>
            <a:alpha val="90000"/>
            <a:hueOff val="3350547"/>
            <a:satOff val="-2919"/>
            <a:lumOff val="-4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3350547"/>
              <a:satOff val="-2919"/>
              <a:lumOff val="-4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61" tIns="356899" rIns="73361" bIns="35689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Toggle attendance</a:t>
          </a:r>
        </a:p>
      </dsp:txBody>
      <dsp:txXfrm>
        <a:off x="945240" y="2981557"/>
        <a:ext cx="3780960" cy="1405115"/>
      </dsp:txXfrm>
    </dsp:sp>
    <dsp:sp modelId="{E869E1C9-8CE6-4081-98BD-7CA28A1DF3C9}">
      <dsp:nvSpPr>
        <dsp:cNvPr id="0" name=""/>
        <dsp:cNvSpPr/>
      </dsp:nvSpPr>
      <dsp:spPr>
        <a:xfrm>
          <a:off x="0" y="2981557"/>
          <a:ext cx="945240" cy="1405115"/>
        </a:xfrm>
        <a:prstGeom prst="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accent2">
              <a:hueOff val="3121013"/>
              <a:satOff val="-3893"/>
              <a:lumOff val="91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019" tIns="138794" rIns="50019" bIns="13879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Toggle</a:t>
          </a:r>
        </a:p>
      </dsp:txBody>
      <dsp:txXfrm>
        <a:off x="0" y="2981557"/>
        <a:ext cx="945240" cy="1405115"/>
      </dsp:txXfrm>
    </dsp:sp>
    <dsp:sp modelId="{8DB8D6FC-B2B8-403D-99EF-A94BC0761607}">
      <dsp:nvSpPr>
        <dsp:cNvPr id="0" name=""/>
        <dsp:cNvSpPr/>
      </dsp:nvSpPr>
      <dsp:spPr>
        <a:xfrm>
          <a:off x="945240" y="4470980"/>
          <a:ext cx="3780960" cy="1405115"/>
        </a:xfrm>
        <a:prstGeom prst="rect">
          <a:avLst/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361" tIns="356899" rIns="73361" bIns="356899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Add event via form</a:t>
          </a:r>
        </a:p>
      </dsp:txBody>
      <dsp:txXfrm>
        <a:off x="945240" y="4470980"/>
        <a:ext cx="3780960" cy="1405115"/>
      </dsp:txXfrm>
    </dsp:sp>
    <dsp:sp modelId="{EDA81E38-961E-419E-BA88-F600CF2F847C}">
      <dsp:nvSpPr>
        <dsp:cNvPr id="0" name=""/>
        <dsp:cNvSpPr/>
      </dsp:nvSpPr>
      <dsp:spPr>
        <a:xfrm>
          <a:off x="0" y="4470980"/>
          <a:ext cx="945240" cy="1405115"/>
        </a:xfrm>
        <a:prstGeom prst="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0019" tIns="138794" rIns="50019" bIns="138794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Add</a:t>
          </a:r>
        </a:p>
      </dsp:txBody>
      <dsp:txXfrm>
        <a:off x="0" y="4470980"/>
        <a:ext cx="945240" cy="14051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6/7/layout/VerticalSolidActionList">
  <dgm:title val="Vertical Solid Action List"/>
  <dgm:desc val="Use to show non-sequential or grouped lists of information. Works well with large amounts of text. All text has the same level of emphasis, and direction is not implied."/>
  <dgm:catLst>
    <dgm:cat type="list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  <dgm:pt modelId="5">
          <dgm:prSet phldr="1"/>
        </dgm:pt>
        <dgm:pt modelId="51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7" srcId="0" destId="4" srcOrd="3" destOrd="0"/>
        <dgm:cxn modelId="8" srcId="0" destId="5" srcOrd="4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  <dgm:cxn modelId="53" srcId="5" destId="5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6"/>
      <dgm:constr type="primFontSz" for="des" forName="parentText" op="equ" val="28"/>
      <dgm:constr type="primFontSz" for="des" forName="descendantText" refType="primFontSz" refFor="des" refForName="parentText" op="lte" fact="0.82"/>
      <dgm:constr type="primFontSz" for="des" forName="parentText" refType="primFontSz" refFor="des" refForName="descendantText" op="lte" fact="1.25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2"/>
          <dgm:constr type="w" for="ch" forName="descendantText" refType="w" fact="0.8"/>
          <dgm:constr type="h" for="ch" forName="parentText" refType="h"/>
          <dgm:constr type="h" for="ch" forName="descendantText" refType="h" refFor="ch" refForName="parentText"/>
        </dgm:constrLst>
        <dgm:ruleLst/>
        <dgm:layoutNode name="parentText" styleLbl="alignNode1">
          <dgm:varLst>
            <dgm:chMax val="1"/>
            <dgm:bulletEnabled/>
          </dgm:varLst>
          <dgm:alg type="tx"/>
          <dgm:shape xmlns:r="http://schemas.openxmlformats.org/officeDocument/2006/relationships" type="rect" r:blip="" zOrderOff="3">
            <dgm:adjLst/>
          </dgm:shape>
          <dgm:presOf axis="self" ptType="node"/>
          <dgm:constrLst>
            <dgm:constr type="tMarg" refType="h" fact="0.28"/>
            <dgm:constr type="bMarg" refType="h" fact="0.28"/>
            <dgm:constr type="lMarg" refType="w" fact="0.15"/>
            <dgm:constr type="rMarg" refType="w" fact="0.15"/>
          </dgm:constrLst>
          <dgm:ruleLst>
            <dgm:rule type="primFontSz" val="15" fact="NaN" max="NaN"/>
          </dgm:ruleLst>
        </dgm:layoutNode>
        <dgm:layoutNode name="descendantText" styleLbl="alignAccFollowNode1">
          <dgm:varLst>
            <dgm:bulletEnabled/>
          </dgm:varLst>
          <dgm:alg type="tx">
            <dgm:param type="stBulletLvl" val="0"/>
            <dgm:param type="parTxLTRAlign" val="l"/>
            <dgm:param type="shpTxLTRAlignCh" val="l"/>
            <dgm:param type="parTxRTLAlign" val="r"/>
            <dgm:param type="shpTxRTLAlignCh" val="r"/>
          </dgm:alg>
          <dgm:choose name="Name10">
            <dgm:if name="Name11" func="var" arg="dir" op="equ" val="norm">
              <dgm:shape xmlns:r="http://schemas.openxmlformats.org/officeDocument/2006/relationships" type="rect" r:blip="">
                <dgm:adjLst/>
              </dgm:shape>
            </dgm:if>
            <dgm:else name="Name12">
              <dgm:shape xmlns:r="http://schemas.openxmlformats.org/officeDocument/2006/relationships" type="rect" r:blip="">
                <dgm:adjLst/>
              </dgm:shape>
            </dgm:else>
          </dgm:choose>
          <dgm:presOf axis="des" ptType="node"/>
          <dgm:constrLst>
            <dgm:constr type="primFontSz" val="24"/>
            <dgm:constr type="lMarg" refType="w" fact="0.055"/>
            <dgm:constr type="rMarg" refType="w" fact="0.055"/>
            <dgm:constr type="tMarg" refType="h" fact="0.72"/>
            <dgm:constr type="bMarg" refType="h" fact="0.72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3/26/2026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3500"/>
              <a:t>React Event Planner Assignment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Front-End Development &amp; JavaScript</a:t>
            </a:r>
          </a:p>
          <a:p>
            <a:r>
              <a:rPr lang="en-US" sz="1700"/>
              <a:t>Build a real-world React app</a:t>
            </a:r>
          </a:p>
        </p:txBody>
      </p:sp>
      <p:pic>
        <p:nvPicPr>
          <p:cNvPr id="5" name="Picture 4" descr="Sticky notes on a wall">
            <a:extLst>
              <a:ext uri="{FF2B5EF4-FFF2-40B4-BE49-F238E27FC236}">
                <a16:creationId xmlns:a16="http://schemas.microsoft.com/office/drawing/2014/main" id="{D6A12031-3306-49A1-F4B4-D72B572522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593" r="26856" b="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Create an Event Planner app with add, delete, and toggle features</a:t>
            </a:r>
          </a:p>
        </p:txBody>
      </p:sp>
      <p:pic>
        <p:nvPicPr>
          <p:cNvPr id="5" name="Picture 4" descr="Top view of a calendar with a red pen on top">
            <a:extLst>
              <a:ext uri="{FF2B5EF4-FFF2-40B4-BE49-F238E27FC236}">
                <a16:creationId xmlns:a16="http://schemas.microsoft.com/office/drawing/2014/main" id="{8592DC95-75FC-DBDF-1704-2ADFB27D273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0049" r="6068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US" sz="3500"/>
              <a:t>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/>
              <a:t>useState</a:t>
            </a:r>
          </a:p>
          <a:p>
            <a:r>
              <a:rPr lang="en-US" sz="1700"/>
              <a:t>Props</a:t>
            </a:r>
          </a:p>
          <a:p>
            <a:r>
              <a:rPr lang="en-US" sz="1700"/>
              <a:t>map &amp; filter</a:t>
            </a:r>
          </a:p>
          <a:p>
            <a:r>
              <a:rPr lang="en-US" sz="1700"/>
              <a:t>Spread operator</a:t>
            </a:r>
          </a:p>
          <a:p>
            <a:r>
              <a:rPr lang="en-US" sz="1700"/>
              <a:t>Controlled forms</a:t>
            </a:r>
          </a:p>
        </p:txBody>
      </p:sp>
      <p:pic>
        <p:nvPicPr>
          <p:cNvPr id="5" name="Picture 4" descr="Cubes connected with a red line">
            <a:extLst>
              <a:ext uri="{FF2B5EF4-FFF2-40B4-BE49-F238E27FC236}">
                <a16:creationId xmlns:a16="http://schemas.microsoft.com/office/drawing/2014/main" id="{87A0058E-FF82-FF86-33CB-988F898FDAC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019" r="18589" b="-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Event Structure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EFB4559-F13F-F354-9305-AD0720E01EB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6345207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Features Required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A9EFEDC7-217D-B6AE-A1B9-00B7F2BC699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95216144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Controlled Form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Inputs must sync with state</a:t>
            </a:r>
          </a:p>
          <a:p>
            <a:r>
              <a:t>Use onChange</a:t>
            </a:r>
          </a:p>
          <a:p>
            <a:r>
              <a:t>Use value / checked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Toggle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Double-click event</a:t>
            </a:r>
          </a:p>
          <a:p>
            <a:r>
              <a:t>Flip attending true/false</a:t>
            </a:r>
          </a:p>
          <a:p>
            <a:r>
              <a:t>Update UI dynamically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Add Event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Create new object</a:t>
            </a:r>
          </a:p>
          <a:p>
            <a:r>
              <a:t>Generate unique ID</a:t>
            </a:r>
          </a:p>
          <a:p>
            <a:r>
              <a:t>Add to array using spread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Validation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Title is required</a:t>
            </a:r>
          </a:p>
          <a:p>
            <a:r>
              <a:t>Show alert if empty</a:t>
            </a:r>
          </a:p>
          <a:p>
            <a:r>
              <a:t>Prevent submission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UI Expectations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Clean layout</a:t>
            </a:r>
          </a:p>
          <a:p>
            <a:r>
              <a:t>Highlighted attending events</a:t>
            </a:r>
          </a:p>
          <a:p>
            <a:r>
              <a:t>Readable form inputs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Bonus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Count attending events</a:t>
            </a:r>
          </a:p>
          <a:p>
            <a:r>
              <a:t>Filter events</a:t>
            </a:r>
          </a:p>
          <a:p>
            <a:r>
              <a:t>Show/Hide form</a:t>
            </a:r>
          </a:p>
          <a:p>
            <a:r>
              <a:t>Use localStorage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Submission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Submit project files</a:t>
            </a:r>
          </a:p>
          <a:p>
            <a:r>
              <a:t>Include explanation of logic</a:t>
            </a:r>
          </a:p>
          <a:p>
            <a:r>
              <a:t>Demonstrate working 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557</TotalTime>
  <Words>147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React Event Planner Assignment</vt:lpstr>
      <vt:lpstr>Objective</vt:lpstr>
      <vt:lpstr>Core Concepts</vt:lpstr>
      <vt:lpstr>Event Structure</vt:lpstr>
      <vt:lpstr>Features Required</vt:lpstr>
      <vt:lpstr>Controlled Form</vt:lpstr>
      <vt:lpstr>Toggle Logic</vt:lpstr>
      <vt:lpstr>Add Event Logic</vt:lpstr>
      <vt:lpstr>Validation</vt:lpstr>
      <vt:lpstr>UI Expectations</vt:lpstr>
      <vt:lpstr>Bonus Features</vt:lpstr>
      <vt:lpstr>Submission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Noman Atique</dc:creator>
  <cp:keywords/>
  <dc:description>generated using python-pptx</dc:description>
  <cp:lastModifiedBy>Noman  Atique</cp:lastModifiedBy>
  <cp:revision>3</cp:revision>
  <dcterms:created xsi:type="dcterms:W3CDTF">2013-01-27T09:14:16Z</dcterms:created>
  <dcterms:modified xsi:type="dcterms:W3CDTF">2026-03-27T12:26:21Z</dcterms:modified>
  <cp:category/>
</cp:coreProperties>
</file>