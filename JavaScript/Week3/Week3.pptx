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9" autoAdjust="0"/>
    <p:restoredTop sz="94677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 dirty="0"/>
              <a:t>Week 3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Functions – First class members of JS programs!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Functions Quick review</a:t>
            </a:r>
          </a:p>
          <a:p>
            <a:pPr marL="457200" lvl="1" indent="0">
              <a:buNone/>
            </a:pPr>
            <a:r>
              <a:rPr lang="en-US" dirty="0"/>
              <a:t>Parameters &amp; arguments!</a:t>
            </a:r>
          </a:p>
          <a:p>
            <a:pPr marL="457200" lvl="1" indent="0">
              <a:buNone/>
            </a:pPr>
            <a:r>
              <a:rPr lang="en-US" dirty="0"/>
              <a:t>Dealing with Optional and Missing parameters</a:t>
            </a:r>
          </a:p>
          <a:p>
            <a:pPr marL="457200" lvl="1" indent="0">
              <a:buNone/>
            </a:pPr>
            <a:r>
              <a:rPr lang="en-US" dirty="0"/>
              <a:t>Rest Operator ( … )</a:t>
            </a:r>
          </a:p>
          <a:p>
            <a:pPr marL="457200" lvl="1" indent="0">
              <a:buNone/>
            </a:pPr>
            <a:r>
              <a:rPr lang="en-US" dirty="0"/>
              <a:t>Practice with Functions – get ready for some </a:t>
            </a:r>
            <a:r>
              <a:rPr lang="en-US" b="1" dirty="0" err="1"/>
              <a:t>FUN</a:t>
            </a:r>
            <a:r>
              <a:rPr lang="en-US" dirty="0" err="1"/>
              <a:t>ction</a:t>
            </a:r>
            <a:r>
              <a:rPr lang="en-US" dirty="0"/>
              <a:t> FUN!</a:t>
            </a:r>
          </a:p>
          <a:p>
            <a:pPr marL="457200" lvl="1" indent="0">
              <a:buNone/>
            </a:pPr>
            <a:r>
              <a:rPr lang="en-US" dirty="0"/>
              <a:t>Built-in/Global Functions</a:t>
            </a:r>
          </a:p>
          <a:p>
            <a:pPr marL="457200" lvl="1" indent="0">
              <a:buNone/>
            </a:pPr>
            <a:r>
              <a:rPr lang="en-US" dirty="0"/>
              <a:t>Scope! var and let, const</a:t>
            </a:r>
          </a:p>
          <a:p>
            <a:pPr marL="457200" lvl="1" indent="0">
              <a:buNone/>
            </a:pPr>
            <a:r>
              <a:rPr lang="en-US" dirty="0"/>
              <a:t>Object Oriented JavaScript – New paradigm</a:t>
            </a:r>
          </a:p>
          <a:p>
            <a:pPr marL="457200" lvl="1" indent="0">
              <a:buNone/>
            </a:pPr>
            <a:r>
              <a:rPr lang="en-US" dirty="0"/>
              <a:t>Strings – Giant step!</a:t>
            </a:r>
          </a:p>
          <a:p>
            <a:pPr marL="457200" lvl="1" indent="0">
              <a:buNone/>
            </a:pPr>
            <a:r>
              <a:rPr lang="en-US" dirty="0"/>
              <a:t>Arrays – Familiar??</a:t>
            </a:r>
          </a:p>
          <a:p>
            <a:pPr marL="457200" lvl="1" indent="0">
              <a:buNone/>
            </a:pPr>
            <a:r>
              <a:rPr lang="en-US" dirty="0"/>
              <a:t>Methods for Iterating Arrays</a:t>
            </a:r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CCDDA-E83C-E054-8512-E685F85B4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 and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4069A-04FC-640E-91D6-906D01EB8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emptyParamList</a:t>
            </a:r>
            <a:r>
              <a:rPr lang="en-US" dirty="0"/>
              <a:t>() {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singleParam</a:t>
            </a:r>
            <a:r>
              <a:rPr lang="en-US" dirty="0"/>
              <a:t>(</a:t>
            </a:r>
            <a:r>
              <a:rPr lang="en-US" dirty="0" err="1"/>
              <a:t>oneParameter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multipleParams</a:t>
            </a:r>
            <a:r>
              <a:rPr lang="en-US" dirty="0"/>
              <a:t>(one, two, three, four) {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61753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9681-E57F-EB50-97DA-C507DE7F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4606" cy="1325563"/>
          </a:xfrm>
        </p:spPr>
        <p:txBody>
          <a:bodyPr/>
          <a:lstStyle/>
          <a:p>
            <a:r>
              <a:rPr lang="en-US" dirty="0"/>
              <a:t>Interesting fact about parameters – Only here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D2819-B48D-D54D-9E43-9678D6E7A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function can accept any number of arguments when it is called, including none. This would break in many other languages, but not JavaScript:</a:t>
            </a:r>
          </a:p>
          <a:p>
            <a:pPr marL="0" indent="0">
              <a:buNone/>
            </a:pPr>
            <a:r>
              <a:rPr lang="en-US" dirty="0"/>
              <a:t>function log(a) {</a:t>
            </a:r>
          </a:p>
          <a:p>
            <a:pPr marL="0" indent="0">
              <a:buNone/>
            </a:pPr>
            <a:r>
              <a:rPr lang="en-US" dirty="0"/>
              <a:t>   console.log(a);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log("correct");          // logs "correct"</a:t>
            </a:r>
          </a:p>
          <a:p>
            <a:pPr marL="0" indent="0">
              <a:buNone/>
            </a:pPr>
            <a:r>
              <a:rPr lang="en-US" dirty="0"/>
              <a:t>log("also", "correct");  // logs "also"</a:t>
            </a:r>
          </a:p>
          <a:p>
            <a:pPr marL="0" indent="0">
              <a:buNone/>
            </a:pPr>
            <a:r>
              <a:rPr lang="en-US" dirty="0"/>
              <a:t>log();                   // logs undefined</a:t>
            </a:r>
          </a:p>
        </p:txBody>
      </p:sp>
    </p:spTree>
    <p:extLst>
      <p:ext uri="{BB962C8B-B14F-4D97-AF65-F5344CB8AC3E}">
        <p14:creationId xmlns:p14="http://schemas.microsoft.com/office/powerpoint/2010/main" val="2864400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02FD5-0C9B-62F3-1088-D249B907C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“arguments”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D1C34-C3B5-FE62-A1BF-F95390330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Because we can invoke a function with any number of arguments, we have to write our functions carefully, and test things before we make assumptions. How can we deal with a caller sending 2 vs. 10 values to our function?</a:t>
            </a:r>
          </a:p>
          <a:p>
            <a:endParaRPr lang="en-US" dirty="0"/>
          </a:p>
          <a:p>
            <a:r>
              <a:rPr lang="en-US" dirty="0"/>
              <a:t>The answer is “arguments” Object!</a:t>
            </a:r>
          </a:p>
          <a:p>
            <a:pPr marL="0" indent="0">
              <a:buNone/>
            </a:pPr>
            <a:r>
              <a:rPr lang="en-US" dirty="0"/>
              <a:t>	Every function has an implicit arguments variable available to 	it, which is an array-like object containing all the arguments 	passed to the function. We can use </a:t>
            </a:r>
            <a:r>
              <a:rPr lang="en-US" dirty="0" err="1"/>
              <a:t>arguments.length</a:t>
            </a:r>
            <a:r>
              <a:rPr lang="en-US" dirty="0"/>
              <a:t> to obtain 	the actual number of arguments passed to the function at 	runtime, and use array index notation (e.g., arguments[0]) to 	access an argument:</a:t>
            </a:r>
          </a:p>
        </p:txBody>
      </p:sp>
    </p:spTree>
    <p:extLst>
      <p:ext uri="{BB962C8B-B14F-4D97-AF65-F5344CB8AC3E}">
        <p14:creationId xmlns:p14="http://schemas.microsoft.com/office/powerpoint/2010/main" val="4125677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ABB1B-9BE3-9593-A60F-2638472DB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58DB5-81FA-AB54-BA4E-1C75A3181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log(a) {</a:t>
            </a:r>
          </a:p>
          <a:p>
            <a:pPr marL="0" indent="0">
              <a:buNone/>
            </a:pPr>
            <a:r>
              <a:rPr lang="en-US" dirty="0"/>
              <a:t>    console.log(</a:t>
            </a:r>
            <a:r>
              <a:rPr lang="en-US" dirty="0" err="1"/>
              <a:t>arguments.length</a:t>
            </a:r>
            <a:r>
              <a:rPr lang="en-US" dirty="0"/>
              <a:t>, a, arguments[0]);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log("correct");          // 1, "correct", "correct"</a:t>
            </a:r>
          </a:p>
          <a:p>
            <a:pPr marL="0" indent="0">
              <a:buNone/>
            </a:pPr>
            <a:r>
              <a:rPr lang="en-US" dirty="0"/>
              <a:t>log("also", "correct");  // 2, "also", "also"</a:t>
            </a:r>
          </a:p>
          <a:p>
            <a:pPr marL="0" indent="0">
              <a:buNone/>
            </a:pPr>
            <a:r>
              <a:rPr lang="en-US" dirty="0"/>
              <a:t>log();                   // 0, undefined, undefined</a:t>
            </a:r>
          </a:p>
        </p:txBody>
      </p:sp>
    </p:spTree>
    <p:extLst>
      <p:ext uri="{BB962C8B-B14F-4D97-AF65-F5344CB8AC3E}">
        <p14:creationId xmlns:p14="http://schemas.microsoft.com/office/powerpoint/2010/main" val="73285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8C444-AEC4-3702-576B-48FF0CB8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example! Interesting! Isn't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FFFA7-9E93-CC82-7E1C-256C7D09A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function sum() {</a:t>
            </a:r>
          </a:p>
          <a:p>
            <a:pPr marL="0" indent="0">
              <a:buNone/>
            </a:pPr>
            <a:r>
              <a:rPr lang="en-US" dirty="0"/>
              <a:t>    const count = </a:t>
            </a:r>
            <a:r>
              <a:rPr lang="en-US" dirty="0" err="1"/>
              <a:t>arguments.length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let total = 0;</a:t>
            </a:r>
          </a:p>
          <a:p>
            <a:pPr marL="0" indent="0">
              <a:buNone/>
            </a:pPr>
            <a:r>
              <a:rPr lang="en-US" dirty="0"/>
              <a:t>    for(let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count;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      total += arguments[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total;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sum(1);          // 1</a:t>
            </a:r>
          </a:p>
          <a:p>
            <a:pPr marL="0" indent="0">
              <a:buNone/>
            </a:pPr>
            <a:r>
              <a:rPr lang="en-US" dirty="0"/>
              <a:t>sum(1, 2);       // 3</a:t>
            </a:r>
          </a:p>
          <a:p>
            <a:pPr marL="0" indent="0">
              <a:buNone/>
            </a:pPr>
            <a:r>
              <a:rPr lang="en-US" dirty="0"/>
              <a:t>sum(1, 2, 3, 4); // 10</a:t>
            </a:r>
          </a:p>
        </p:txBody>
      </p:sp>
    </p:spTree>
    <p:extLst>
      <p:ext uri="{BB962C8B-B14F-4D97-AF65-F5344CB8AC3E}">
        <p14:creationId xmlns:p14="http://schemas.microsoft.com/office/powerpoint/2010/main" val="1102474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2384F-9B34-2286-FE91-2CB7D730F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operator! “…”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B0D03-E8E2-E28B-270B-33235AB84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JavaScript also supports naming the “rest” of the parameters passed to a function.</a:t>
            </a:r>
          </a:p>
          <a:p>
            <a:endParaRPr lang="en-US" dirty="0"/>
          </a:p>
          <a:p>
            <a:r>
              <a:rPr lang="en-US" dirty="0"/>
              <a:t>These Rest Parameters allow us to specify that all final arguments to a function, no matter how many, should be available to the function as a named Array.</a:t>
            </a:r>
          </a:p>
        </p:txBody>
      </p:sp>
    </p:spTree>
    <p:extLst>
      <p:ext uri="{BB962C8B-B14F-4D97-AF65-F5344CB8AC3E}">
        <p14:creationId xmlns:p14="http://schemas.microsoft.com/office/powerpoint/2010/main" val="1478678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7701-3FBD-45BA-C936-B580C4483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 example.. Improved!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84711-9FFD-4C57-4C4C-0AE25CE1A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sum(...numbers) {</a:t>
            </a:r>
          </a:p>
          <a:p>
            <a:pPr marL="0" indent="0">
              <a:buNone/>
            </a:pPr>
            <a:r>
              <a:rPr lang="en-US" dirty="0"/>
              <a:t>    let total = 0;</a:t>
            </a:r>
          </a:p>
          <a:p>
            <a:pPr marL="0" indent="0">
              <a:buNone/>
            </a:pPr>
            <a:r>
              <a:rPr lang="en-US" dirty="0"/>
              <a:t>    for(let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numbers.length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      total += numbers[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total;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4411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2821E-F8FA-F082-BFC2-71978D2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Optional and Missing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FFF33-9B78-B481-4677-C795B0EF3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updateScore</a:t>
            </a:r>
            <a:r>
              <a:rPr lang="en-US" dirty="0"/>
              <a:t>(</a:t>
            </a:r>
            <a:r>
              <a:rPr lang="en-US" dirty="0" err="1"/>
              <a:t>currentScore</a:t>
            </a:r>
            <a:r>
              <a:rPr lang="en-US" dirty="0"/>
              <a:t>, value, bonus) {</a:t>
            </a:r>
          </a:p>
          <a:p>
            <a:pPr marL="0" indent="0">
              <a:buNone/>
            </a:pPr>
            <a:r>
              <a:rPr lang="en-US" dirty="0"/>
              <a:t>    return bonus ? </a:t>
            </a:r>
            <a:r>
              <a:rPr lang="en-US" dirty="0" err="1"/>
              <a:t>currentScore</a:t>
            </a:r>
            <a:r>
              <a:rPr lang="en-US" dirty="0"/>
              <a:t> + value * bonus : </a:t>
            </a:r>
            <a:r>
              <a:rPr lang="en-US" dirty="0" err="1"/>
              <a:t>currentScore</a:t>
            </a:r>
            <a:r>
              <a:rPr lang="en-US" dirty="0"/>
              <a:t> + value;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updateScore</a:t>
            </a:r>
            <a:r>
              <a:rPr lang="en-US" dirty="0"/>
              <a:t>(10, 3);</a:t>
            </a:r>
          </a:p>
          <a:p>
            <a:pPr marL="0" indent="0">
              <a:buNone/>
            </a:pPr>
            <a:r>
              <a:rPr lang="en-US" dirty="0" err="1"/>
              <a:t>updateScore</a:t>
            </a:r>
            <a:r>
              <a:rPr lang="en-US" dirty="0"/>
              <a:t>(10, 3);</a:t>
            </a:r>
          </a:p>
          <a:p>
            <a:pPr marL="0" indent="0">
              <a:buNone/>
            </a:pPr>
            <a:r>
              <a:rPr lang="en-US" dirty="0" err="1"/>
              <a:t>updateScore</a:t>
            </a:r>
            <a:r>
              <a:rPr lang="en-US" dirty="0"/>
              <a:t>(10, 3, 2);</a:t>
            </a:r>
          </a:p>
        </p:txBody>
      </p:sp>
    </p:spTree>
    <p:extLst>
      <p:ext uri="{BB962C8B-B14F-4D97-AF65-F5344CB8AC3E}">
        <p14:creationId xmlns:p14="http://schemas.microsoft.com/office/powerpoint/2010/main" val="3268513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5F02F-9D73-9068-EB44-BE9F88ED3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version! Like 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F79BD-47D1-ED6C-642E-2536846E8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updateScore</a:t>
            </a:r>
            <a:r>
              <a:rPr lang="en-US" dirty="0"/>
              <a:t>(</a:t>
            </a:r>
            <a:r>
              <a:rPr lang="en-US" dirty="0" err="1"/>
              <a:t>currentScore</a:t>
            </a:r>
            <a:r>
              <a:rPr lang="en-US" dirty="0"/>
              <a:t>, value, bonus) {</a:t>
            </a:r>
          </a:p>
          <a:p>
            <a:pPr marL="0" indent="0">
              <a:buNone/>
            </a:pPr>
            <a:r>
              <a:rPr lang="en-US" dirty="0"/>
              <a:t>    // See if `bonus` is truthy (has a value or is undefined) and use it, or default to 1</a:t>
            </a:r>
          </a:p>
          <a:p>
            <a:pPr marL="0" indent="0">
              <a:buNone/>
            </a:pPr>
            <a:r>
              <a:rPr lang="en-US" dirty="0"/>
              <a:t>    bonus = bonus || 1;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currentScore</a:t>
            </a:r>
            <a:r>
              <a:rPr lang="en-US" dirty="0"/>
              <a:t> + value * bonus;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33681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64EA-2572-1720-6E09-6DCDF4B0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shorted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EE854-FF05-3E4B-3236-DBF7A9740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updateScore</a:t>
            </a:r>
            <a:r>
              <a:rPr lang="en-US" dirty="0"/>
              <a:t>(</a:t>
            </a:r>
            <a:r>
              <a:rPr lang="en-US" dirty="0" err="1"/>
              <a:t>currentScore</a:t>
            </a:r>
            <a:r>
              <a:rPr lang="en-US" dirty="0"/>
              <a:t>, value, bonus) {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currentScore</a:t>
            </a:r>
            <a:r>
              <a:rPr lang="en-US" dirty="0"/>
              <a:t> + value * (bonus || 1);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OR even</a:t>
            </a:r>
          </a:p>
          <a:p>
            <a:pPr marL="0" indent="0">
              <a:buNone/>
            </a:pPr>
            <a:r>
              <a:rPr lang="en-US" dirty="0"/>
              <a:t>//default parameter…</a:t>
            </a:r>
          </a:p>
          <a:p>
            <a:pPr marL="0" indent="0">
              <a:buNone/>
            </a:pPr>
            <a:r>
              <a:rPr lang="en-US" dirty="0"/>
              <a:t>function </a:t>
            </a:r>
            <a:r>
              <a:rPr lang="en-US" dirty="0" err="1"/>
              <a:t>updateScore</a:t>
            </a:r>
            <a:r>
              <a:rPr lang="en-US" dirty="0"/>
              <a:t>(</a:t>
            </a:r>
            <a:r>
              <a:rPr lang="en-US" dirty="0" err="1"/>
              <a:t>currentScore</a:t>
            </a:r>
            <a:r>
              <a:rPr lang="en-US" dirty="0"/>
              <a:t>, value, bonus = 1) {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currentScore</a:t>
            </a:r>
            <a:r>
              <a:rPr lang="en-US" dirty="0"/>
              <a:t> + value * bonus;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8405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2B424-C75B-9F9D-61C0-F03BB3EC4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same is the story with return!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17C4F-DAE3-3269-3B27-C15D9E8FA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remembers “undefined” while not explicitly returning anything from function body???</a:t>
            </a:r>
          </a:p>
        </p:txBody>
      </p:sp>
    </p:spTree>
    <p:extLst>
      <p:ext uri="{BB962C8B-B14F-4D97-AF65-F5344CB8AC3E}">
        <p14:creationId xmlns:p14="http://schemas.microsoft.com/office/powerpoint/2010/main" val="857512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9D5F3-0B31-017B-C087-023612766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Predefined functions!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766E6-9831-900B-987A-A2D24A91F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parseInt</a:t>
            </a:r>
            <a:r>
              <a:rPr lang="en-US" dirty="0"/>
              <a:t>() : it takes a parameter and converts that into int</a:t>
            </a:r>
          </a:p>
          <a:p>
            <a:r>
              <a:rPr lang="en-US" dirty="0" err="1"/>
              <a:t>parseFloat</a:t>
            </a:r>
            <a:r>
              <a:rPr lang="en-US" dirty="0"/>
              <a:t>()</a:t>
            </a:r>
          </a:p>
          <a:p>
            <a:r>
              <a:rPr lang="en-US" dirty="0" err="1"/>
              <a:t>isNan</a:t>
            </a:r>
            <a:endParaRPr lang="en-US" dirty="0"/>
          </a:p>
          <a:p>
            <a:r>
              <a:rPr lang="en-US" dirty="0"/>
              <a:t>console</a:t>
            </a:r>
          </a:p>
          <a:p>
            <a:r>
              <a:rPr lang="en-US" dirty="0"/>
              <a:t>Math</a:t>
            </a:r>
          </a:p>
          <a:p>
            <a:r>
              <a:rPr lang="en-US" dirty="0"/>
              <a:t>Date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051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A4D99-B6BC-E0ED-92BE-5B76CCC9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 – var &amp; let &amp; const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B6BFB-3A06-00C6-8D3A-30243A3B0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var is a function level scope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let is a block level scope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449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A1901-A112-0ABE-A06F-B22934BED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0BDB6-DF61-9F86-9764-838F288ED3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function main() {</a:t>
            </a:r>
          </a:p>
          <a:p>
            <a:pPr marL="0" indent="0">
              <a:buNone/>
            </a:pPr>
            <a:r>
              <a:rPr lang="en-US" dirty="0"/>
              <a:t>    {</a:t>
            </a:r>
          </a:p>
          <a:p>
            <a:pPr marL="0" indent="0">
              <a:buNone/>
            </a:pPr>
            <a:r>
              <a:rPr lang="en-US" dirty="0"/>
              <a:t>        var x = 10;     // x is declared in a block, but is scoped to `main`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{</a:t>
            </a:r>
          </a:p>
          <a:p>
            <a:pPr marL="0" indent="0">
              <a:buNone/>
            </a:pPr>
            <a:r>
              <a:rPr lang="en-US" dirty="0"/>
              <a:t>        console.log(x); // works, because `x` is accessible everywhere 	in `main`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4319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E827-24AA-8EB4-E7BF-7E9E24D6A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Hoisting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A5183-D1C8-C878-E436-0F26D89E8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will hoist or raise all variables declared with var in a function to the top of the function’s scope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function f() {</a:t>
            </a:r>
          </a:p>
          <a:p>
            <a:pPr marL="0" indent="0">
              <a:buNone/>
            </a:pPr>
            <a:r>
              <a:rPr lang="en-US" dirty="0"/>
              <a:t>    var y = x + 1;</a:t>
            </a:r>
          </a:p>
          <a:p>
            <a:pPr marL="0" indent="0">
              <a:buNone/>
            </a:pPr>
            <a:r>
              <a:rPr lang="en-US" dirty="0"/>
              <a:t>    var x = 2;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23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4D14-CBF4-B0B4-28CB-95057163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 run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0A351-3484-D001-FD6B-F6ECB7A4E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f() {</a:t>
            </a:r>
          </a:p>
          <a:p>
            <a:pPr marL="0" indent="0">
              <a:buNone/>
            </a:pPr>
            <a:r>
              <a:rPr lang="en-US" dirty="0"/>
              <a:t>    var x;          // declaration is hoisted (but not assignment) to the top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var y = x + 1;  // `</a:t>
            </a:r>
            <a:r>
              <a:rPr lang="en-US" dirty="0" err="1"/>
              <a:t>NaN</a:t>
            </a:r>
            <a:r>
              <a:rPr lang="en-US" dirty="0"/>
              <a:t>`, since `undefined` + 1 can't be resolved</a:t>
            </a:r>
          </a:p>
          <a:p>
            <a:pPr marL="0" indent="0">
              <a:buNone/>
            </a:pPr>
            <a:r>
              <a:rPr lang="en-US" dirty="0"/>
              <a:t>    x = 2;          // note: `x` is not declared above, only the assignment is now here</a:t>
            </a:r>
          </a:p>
        </p:txBody>
      </p:sp>
    </p:spTree>
    <p:extLst>
      <p:ext uri="{BB962C8B-B14F-4D97-AF65-F5344CB8AC3E}">
        <p14:creationId xmlns:p14="http://schemas.microsoft.com/office/powerpoint/2010/main" val="2539407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D0A09-3E48-F341-1E98-649F87BDF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Also, if we forget to declare a local variable?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44C61-9451-73DA-DE75-29129B28A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964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function f() {</a:t>
            </a:r>
          </a:p>
          <a:p>
            <a:pPr marL="0" indent="0">
              <a:buNone/>
            </a:pPr>
            <a:r>
              <a:rPr lang="en-US" dirty="0"/>
              <a:t>    x = 2;          // `x` is assigned a value, but not declared </a:t>
            </a:r>
          </a:p>
          <a:p>
            <a:pPr marL="0" indent="0">
              <a:buNone/>
            </a:pPr>
            <a:r>
              <a:rPr lang="en-US" dirty="0"/>
              <a:t>    return x + 1;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At runtime, this will be transformed into the following: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var x;              // `x` is not found in the scope of `f`, so it becomes global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function f() {</a:t>
            </a:r>
          </a:p>
          <a:p>
            <a:pPr marL="0" indent="0">
              <a:buNone/>
            </a:pPr>
            <a:r>
              <a:rPr lang="en-US" dirty="0"/>
              <a:t>    x = 2;</a:t>
            </a:r>
          </a:p>
          <a:p>
            <a:pPr marL="0" indent="0">
              <a:buNone/>
            </a:pPr>
            <a:r>
              <a:rPr lang="en-US" dirty="0"/>
              <a:t>    return x + 1;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4814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3572A-8A0F-5ECB-53CA-0D0C35E72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fact here!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84E04-4624-8328-2655-BF9E0BF9E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previous example introduces another important concept with JavaScript scopes, namely, that scopes can be nested within one another. </a:t>
            </a:r>
          </a:p>
          <a:p>
            <a:r>
              <a:rPr lang="en-US" dirty="0"/>
              <a:t>Hoisting is moving variable declarations to the beginning of a scope.</a:t>
            </a:r>
          </a:p>
          <a:p>
            <a:r>
              <a:rPr lang="en-US" dirty="0">
                <a:solidFill>
                  <a:srgbClr val="FF0000"/>
                </a:solidFill>
              </a:rPr>
              <a:t>For example, function declarations are hoisted completely, which means we can call a function before we declare it.</a:t>
            </a:r>
          </a:p>
        </p:txBody>
      </p:sp>
    </p:spTree>
    <p:extLst>
      <p:ext uri="{BB962C8B-B14F-4D97-AF65-F5344CB8AC3E}">
        <p14:creationId xmlns:p14="http://schemas.microsoft.com/office/powerpoint/2010/main" val="2493873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A9C7A-4998-2B66-39E2-641C53EC0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09F74-CC42-42EA-90C8-897E9C77F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f(); // this will work, as f's declaration gets hoisted</a:t>
            </a:r>
          </a:p>
          <a:p>
            <a:pPr marL="0" indent="0">
              <a:buNone/>
            </a:pPr>
            <a:r>
              <a:rPr lang="en-US" dirty="0"/>
              <a:t>function f() {}</a:t>
            </a:r>
          </a:p>
          <a:p>
            <a:pPr marL="0" indent="0">
              <a:buNone/>
            </a:pPr>
            <a:r>
              <a:rPr lang="en-US" dirty="0"/>
              <a:t>f(); // this will also work, because f has been declared as you expect.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g(); // this will not work, since g's declaration will be hoisted, but not the assignment.</a:t>
            </a:r>
          </a:p>
          <a:p>
            <a:pPr marL="0" indent="0">
              <a:buNone/>
            </a:pPr>
            <a:r>
              <a:rPr lang="en-US" dirty="0"/>
              <a:t>var g = function() {};</a:t>
            </a:r>
          </a:p>
        </p:txBody>
      </p:sp>
    </p:spTree>
    <p:extLst>
      <p:ext uri="{BB962C8B-B14F-4D97-AF65-F5344CB8AC3E}">
        <p14:creationId xmlns:p14="http://schemas.microsoft.com/office/powerpoint/2010/main" val="2287617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2C332-EAE2-5BC1-449E-D716F99CC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let and const solve the problem of confusions..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ED86-E9BC-44CE-1ED7-B5E339970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new code that you write, you are encouraged to prefer let and const and use block scope.</a:t>
            </a:r>
          </a:p>
        </p:txBody>
      </p:sp>
    </p:spTree>
    <p:extLst>
      <p:ext uri="{BB962C8B-B14F-4D97-AF65-F5344CB8AC3E}">
        <p14:creationId xmlns:p14="http://schemas.microsoft.com/office/powerpoint/2010/main" val="3140121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4942</TotalTime>
  <Words>1170</Words>
  <Application>Microsoft Office PowerPoint</Application>
  <PresentationFormat>Widescreen</PresentationFormat>
  <Paragraphs>155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Week 3 </vt:lpstr>
      <vt:lpstr>Agenda!</vt:lpstr>
      <vt:lpstr>Parameters and arguments</vt:lpstr>
      <vt:lpstr>Interesting fact about parameters – Only here </vt:lpstr>
      <vt:lpstr>The “arguments” object</vt:lpstr>
      <vt:lpstr>Example here…</vt:lpstr>
      <vt:lpstr>Another example! Interesting! Isn't it?</vt:lpstr>
      <vt:lpstr>Rest operator! “…”</vt:lpstr>
      <vt:lpstr>Previous example.. Improved!</vt:lpstr>
      <vt:lpstr>Dealing with Optional and Missing Parameters</vt:lpstr>
      <vt:lpstr>Another version! Like it??</vt:lpstr>
      <vt:lpstr>Further shorted </vt:lpstr>
      <vt:lpstr>Almost same is the story with return!</vt:lpstr>
      <vt:lpstr>Predefined functions!</vt:lpstr>
      <vt:lpstr>Scope – var &amp; let &amp; const</vt:lpstr>
      <vt:lpstr>var</vt:lpstr>
      <vt:lpstr>Hoisting</vt:lpstr>
      <vt:lpstr>At run time</vt:lpstr>
      <vt:lpstr>Also, if we forget to declare a local variable?</vt:lpstr>
      <vt:lpstr>Important fact here!</vt:lpstr>
      <vt:lpstr>Demo here..</vt:lpstr>
      <vt:lpstr>So let and const solve the problem of confusions..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96</cp:revision>
  <dcterms:created xsi:type="dcterms:W3CDTF">2024-09-09T03:21:42Z</dcterms:created>
  <dcterms:modified xsi:type="dcterms:W3CDTF">2026-01-27T15:13:58Z</dcterms:modified>
</cp:coreProperties>
</file>