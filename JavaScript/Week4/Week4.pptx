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80" r:id="rId4"/>
    <p:sldId id="281" r:id="rId5"/>
    <p:sldId id="291" r:id="rId6"/>
    <p:sldId id="282" r:id="rId7"/>
    <p:sldId id="29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77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2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7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3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9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7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5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2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28A4246-F2A7-4220-A405-8A96DAE08D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EAA694-516C-4A3E-BD6C-8362A444F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78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CGJrkKa9I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4653-E536-1919-6171-CC3CB2E44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257" y="490991"/>
            <a:ext cx="9144000" cy="2387600"/>
          </a:xfrm>
        </p:spPr>
        <p:txBody>
          <a:bodyPr/>
          <a:lstStyle/>
          <a:p>
            <a:r>
              <a:rPr lang="en-US" dirty="0"/>
              <a:t>Week 4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4EDBD-9D5E-7826-4110-A853EAEF5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Object Oriented Programming in JavaScript</a:t>
            </a:r>
          </a:p>
        </p:txBody>
      </p:sp>
    </p:spTree>
    <p:extLst>
      <p:ext uri="{BB962C8B-B14F-4D97-AF65-F5344CB8AC3E}">
        <p14:creationId xmlns:p14="http://schemas.microsoft.com/office/powerpoint/2010/main" val="2372950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FEAD-9432-C354-766C-57561828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Objects and Object-Oriented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A86AF-A6A1-24EE-045C-20BC5A74D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object-oriented languages like JavaScript, we are able to combine </a:t>
            </a:r>
            <a:r>
              <a:rPr lang="en-US" dirty="0">
                <a:solidFill>
                  <a:srgbClr val="FFFF00"/>
                </a:solidFill>
              </a:rPr>
              <a:t>data and functionality </a:t>
            </a:r>
            <a:r>
              <a:rPr lang="en-US" dirty="0"/>
              <a:t>into higher order types, which both contain data and allow us to work with that data. </a:t>
            </a:r>
          </a:p>
          <a:p>
            <a:r>
              <a:rPr lang="en-US" dirty="0"/>
              <a:t>In other words, we can pass data around in a program, and all the functionality that works on that data travels with it.</a:t>
            </a:r>
          </a:p>
          <a:p>
            <a:r>
              <a:rPr lang="en-US" dirty="0"/>
              <a:t>JavaScript also allows us to work with strings, but because JavaScript is an object-oriented language, a JavaScript String is an </a:t>
            </a:r>
            <a:r>
              <a:rPr lang="en-US" dirty="0">
                <a:solidFill>
                  <a:srgbClr val="FFFF00"/>
                </a:solidFill>
              </a:rPr>
              <a:t>Object</a:t>
            </a:r>
            <a:r>
              <a:rPr lang="en-US" dirty="0"/>
              <a:t> with various properties and methods we can use for working with text.</a:t>
            </a:r>
          </a:p>
        </p:txBody>
      </p:sp>
    </p:spTree>
    <p:extLst>
      <p:ext uri="{BB962C8B-B14F-4D97-AF65-F5344CB8AC3E}">
        <p14:creationId xmlns:p14="http://schemas.microsoft.com/office/powerpoint/2010/main" val="362722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60A1-A43D-04E0-4CD0-4F1945ED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Strings! Imp..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032C-A6EB-1A75-E234-EE7150F78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48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Here are a few examples of how you can declare a String in JavaScript</a:t>
            </a:r>
          </a:p>
          <a:p>
            <a:pPr marL="0" indent="0">
              <a:buNone/>
            </a:pPr>
            <a:r>
              <a:rPr lang="en-US" dirty="0"/>
              <a:t>// JavaScript String Literals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let s = 'some text';  // single-quotes</a:t>
            </a:r>
          </a:p>
          <a:p>
            <a:r>
              <a:rPr lang="en-US" dirty="0"/>
              <a:t>let s1 = "some text"; // double-quotes</a:t>
            </a:r>
          </a:p>
          <a:p>
            <a:r>
              <a:rPr lang="en-US" dirty="0"/>
              <a:t>let s2 = `some text`; // template literal using back-ticks</a:t>
            </a:r>
          </a:p>
          <a:p>
            <a:r>
              <a:rPr lang="en-US" dirty="0"/>
              <a:t>let </a:t>
            </a:r>
            <a:r>
              <a:rPr lang="en-US" dirty="0" err="1"/>
              <a:t>unicode</a:t>
            </a:r>
            <a:r>
              <a:rPr lang="en-US" dirty="0"/>
              <a:t> = "</a:t>
            </a:r>
            <a:r>
              <a:rPr lang="ja-JP" altLang="en-US" dirty="0"/>
              <a:t>中文 </a:t>
            </a:r>
            <a:r>
              <a:rPr lang="en-US" dirty="0" err="1"/>
              <a:t>español</a:t>
            </a:r>
            <a:r>
              <a:rPr lang="en-US" dirty="0"/>
              <a:t> Deutsch English </a:t>
            </a:r>
            <a:r>
              <a:rPr lang="hi-IN" dirty="0"/>
              <a:t>देवनागरी </a:t>
            </a:r>
            <a:r>
              <a:rPr lang="ar-AE" dirty="0"/>
              <a:t>العربية </a:t>
            </a:r>
            <a:r>
              <a:rPr lang="en-US" dirty="0" err="1"/>
              <a:t>português</a:t>
            </a:r>
            <a:r>
              <a:rPr lang="en-US" dirty="0"/>
              <a:t> </a:t>
            </a:r>
            <a:r>
              <a:rPr lang="as-IN" dirty="0"/>
              <a:t>বাংলা </a:t>
            </a:r>
            <a:r>
              <a:rPr lang="az-Cyrl-AZ" dirty="0"/>
              <a:t>русский </a:t>
            </a:r>
            <a:r>
              <a:rPr lang="ja-JP" altLang="en-US" dirty="0"/>
              <a:t>日本語 </a:t>
            </a:r>
            <a:r>
              <a:rPr lang="pa-IN" dirty="0"/>
              <a:t>ਪੰਜਾਬੀ </a:t>
            </a:r>
            <a:r>
              <a:rPr lang="ko-KR" altLang="en-US" dirty="0"/>
              <a:t>한국어 </a:t>
            </a:r>
            <a:r>
              <a:rPr lang="ta-IN" dirty="0"/>
              <a:t>தமிழ் </a:t>
            </a:r>
            <a:r>
              <a:rPr lang="he-IL" dirty="0"/>
              <a:t>עברית" // </a:t>
            </a:r>
            <a:r>
              <a:rPr lang="en-US" dirty="0"/>
              <a:t>non-ASCII characters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//JavaScript String Constructor: `new String()` creates a new instance of a String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let s3 = new String("Some Text"); //</a:t>
            </a:r>
            <a:r>
              <a:rPr lang="en-US" dirty="0">
                <a:solidFill>
                  <a:srgbClr val="FF0000"/>
                </a:solidFill>
              </a:rPr>
              <a:t>appropriate way to create STRING OBJECT..</a:t>
            </a:r>
          </a:p>
          <a:p>
            <a:r>
              <a:rPr lang="en-US" dirty="0"/>
              <a:t>let s4 = new String('Some Text'); </a:t>
            </a:r>
          </a:p>
        </p:txBody>
      </p:sp>
    </p:spTree>
    <p:extLst>
      <p:ext uri="{BB962C8B-B14F-4D97-AF65-F5344CB8AC3E}">
        <p14:creationId xmlns:p14="http://schemas.microsoft.com/office/powerpoint/2010/main" val="1698457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BBAC-D16E-D2F9-3EEE-11641420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Properties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27CA4-9165-814E-8A85-B17F07349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 err="1"/>
              <a:t>s.length</a:t>
            </a:r>
            <a:r>
              <a:rPr lang="en-US" dirty="0"/>
              <a:t> - will tell us the length of the string (UTF-16 code units)</a:t>
            </a:r>
          </a:p>
          <a:p>
            <a:r>
              <a:rPr lang="en-US" dirty="0" err="1"/>
              <a:t>s.charAt</a:t>
            </a:r>
            <a:r>
              <a:rPr lang="en-US" dirty="0"/>
              <a:t>(1) - returns the character at the given position (UTF-16 code unit). We can also use s[1] and use an index notation to get a particular character from the string.</a:t>
            </a:r>
          </a:p>
          <a:p>
            <a:r>
              <a:rPr lang="en-US" dirty="0" err="1"/>
              <a:t>s.concat</a:t>
            </a:r>
            <a:r>
              <a:rPr lang="en-US" dirty="0"/>
              <a:t>() - returns a new string created by concatenating the original with the given arguments.</a:t>
            </a:r>
          </a:p>
          <a:p>
            <a:r>
              <a:rPr lang="en-US" dirty="0" err="1"/>
              <a:t>s.padStart</a:t>
            </a:r>
            <a:r>
              <a:rPr lang="en-US" dirty="0"/>
              <a:t>(2, '0) - returns a new string padded with the given substring until the length meets the minimum length given. See also </a:t>
            </a:r>
            <a:r>
              <a:rPr lang="en-US" dirty="0" err="1"/>
              <a:t>s.padEnd</a:t>
            </a:r>
            <a:r>
              <a:rPr lang="en-US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271566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3432-C153-8ACE-F2E1-FFBF1C46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8168-2836-07B8-939D-3FCFB2C9A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s.includes</a:t>
            </a:r>
            <a:r>
              <a:rPr lang="en-US" dirty="0"/>
              <a:t>("</a:t>
            </a:r>
            <a:r>
              <a:rPr lang="en-US" dirty="0" err="1"/>
              <a:t>tex</a:t>
            </a:r>
            <a:r>
              <a:rPr lang="en-US" dirty="0"/>
              <a:t>") - returns true if the search string is found within the string, otherwise false if not found.</a:t>
            </a:r>
          </a:p>
          <a:p>
            <a:r>
              <a:rPr lang="en-US" dirty="0" err="1"/>
              <a:t>s.startsWith</a:t>
            </a:r>
            <a:r>
              <a:rPr lang="en-US" dirty="0"/>
              <a:t>("some") - returns true if the string starts with the given substring, otherwise false.</a:t>
            </a:r>
          </a:p>
          <a:p>
            <a:r>
              <a:rPr lang="en-US" dirty="0" err="1"/>
              <a:t>s.endsWith</a:t>
            </a:r>
            <a:r>
              <a:rPr lang="en-US" dirty="0"/>
              <a:t>("text") - returns true if the string ends with the given substring, otherwise false.</a:t>
            </a:r>
          </a:p>
          <a:p>
            <a:r>
              <a:rPr lang="en-US" dirty="0" err="1"/>
              <a:t>s.indexOf</a:t>
            </a:r>
            <a:r>
              <a:rPr lang="en-US" dirty="0"/>
              <a:t>("t") - returns the first index position of the given substring within s, or -1 if the substring is not found within s. See also </a:t>
            </a:r>
            <a:r>
              <a:rPr lang="en-US" dirty="0" err="1"/>
              <a:t>s.lastIndexOf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61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2121-C167-B107-4638-2F021C70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586-3A10-6D11-8E29-8A1CB207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44801"/>
          </a:xfrm>
        </p:spPr>
        <p:txBody>
          <a:bodyPr>
            <a:normAutofit/>
          </a:bodyPr>
          <a:lstStyle/>
          <a:p>
            <a:r>
              <a:rPr lang="en-US" dirty="0" err="1"/>
              <a:t>s.match</a:t>
            </a:r>
            <a:r>
              <a:rPr lang="en-US" dirty="0"/>
              <a:t>(regex) - tries to match a regular expression against the string, returning the matches. See discussion of </a:t>
            </a:r>
            <a:r>
              <a:rPr lang="en-US" dirty="0" err="1"/>
              <a:t>RegExp</a:t>
            </a:r>
            <a:r>
              <a:rPr lang="en-US" dirty="0"/>
              <a:t> below.</a:t>
            </a:r>
          </a:p>
          <a:p>
            <a:r>
              <a:rPr lang="en-US" dirty="0" err="1"/>
              <a:t>s.replace</a:t>
            </a:r>
            <a:r>
              <a:rPr lang="en-US" dirty="0"/>
              <a:t>(regex, "replacement") - returns a new string with the first occurrence of a matched </a:t>
            </a:r>
            <a:r>
              <a:rPr lang="en-US" dirty="0" err="1"/>
              <a:t>RegExp</a:t>
            </a:r>
            <a:r>
              <a:rPr lang="en-US" dirty="0"/>
              <a:t> replaced by the replacement text. See also </a:t>
            </a:r>
            <a:r>
              <a:rPr lang="en-US" dirty="0" err="1"/>
              <a:t>s.replaceAll</a:t>
            </a:r>
            <a:r>
              <a:rPr lang="en-US" dirty="0"/>
              <a:t>(), which replaces all occurrences.</a:t>
            </a:r>
          </a:p>
          <a:p>
            <a:r>
              <a:rPr lang="en-US" dirty="0" err="1"/>
              <a:t>s.slice</a:t>
            </a:r>
            <a:r>
              <a:rPr lang="en-US" dirty="0"/>
              <a:t>(2, 3) - returns a new string extracted (sliced) from within the original string. A beginning index and (optional) end index mark the position of the slice.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49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35CAF-F60D-9BB2-35F9-423B67EE8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57339-6B64-CF15-0C9C-84BDE67BD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s.split</a:t>
            </a:r>
            <a:r>
              <a:rPr lang="en-US" dirty="0"/>
              <a:t>() - returns an Array (see discussion below) of substrings by splitting the original string based on the given separator (String or </a:t>
            </a:r>
            <a:r>
              <a:rPr lang="en-US" dirty="0" err="1"/>
              <a:t>RegExp</a:t>
            </a:r>
            <a:r>
              <a:rPr lang="en-US" dirty="0"/>
              <a:t>).</a:t>
            </a:r>
          </a:p>
          <a:p>
            <a:r>
              <a:rPr lang="en-US" dirty="0" err="1"/>
              <a:t>s.toLowerCase</a:t>
            </a:r>
            <a:r>
              <a:rPr lang="en-US" dirty="0"/>
              <a:t>() - returns a new string with all characters converted to lower case.</a:t>
            </a:r>
          </a:p>
          <a:p>
            <a:r>
              <a:rPr lang="en-US" dirty="0" err="1"/>
              <a:t>s.toUpperCase</a:t>
            </a:r>
            <a:r>
              <a:rPr lang="en-US" dirty="0"/>
              <a:t>() - returns a new string with all characters converted to upper case.</a:t>
            </a:r>
          </a:p>
          <a:p>
            <a:r>
              <a:rPr lang="en-US" dirty="0" err="1"/>
              <a:t>s.trim</a:t>
            </a:r>
            <a:r>
              <a:rPr lang="en-US"/>
              <a:t>() - returns a new string with leading and trailing whitespace removed.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3DB8-1DF1-1F58-3E13-34F24426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BB964-6320-6310-F910-404091265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is an Object with various properties and methods we can use for working with lists in JavaScript.</a:t>
            </a:r>
          </a:p>
          <a:p>
            <a:r>
              <a:rPr lang="en-US" dirty="0"/>
              <a:t>Declaring JavaScript Arrays</a:t>
            </a:r>
          </a:p>
          <a:p>
            <a:pPr lvl="1"/>
            <a:r>
              <a:rPr lang="en-US" dirty="0"/>
              <a:t>Like creating a String, we can create an Array in JavaScript using either a literal or the Array constructor function:</a:t>
            </a:r>
          </a:p>
          <a:p>
            <a:pPr lvl="1"/>
            <a:r>
              <a:rPr lang="en-US" dirty="0"/>
              <a:t>let </a:t>
            </a:r>
            <a:r>
              <a:rPr lang="en-US" dirty="0" err="1"/>
              <a:t>arr</a:t>
            </a:r>
            <a:r>
              <a:rPr lang="en-US" dirty="0"/>
              <a:t> = new Array(1, 2, 3); // array constructor</a:t>
            </a:r>
          </a:p>
          <a:p>
            <a:pPr lvl="1"/>
            <a:r>
              <a:rPr lang="en-US" dirty="0"/>
              <a:t>let arr2 = [1, 2, 3]; // array literal</a:t>
            </a:r>
          </a:p>
        </p:txBody>
      </p:sp>
    </p:spTree>
    <p:extLst>
      <p:ext uri="{BB962C8B-B14F-4D97-AF65-F5344CB8AC3E}">
        <p14:creationId xmlns:p14="http://schemas.microsoft.com/office/powerpoint/2010/main" val="240468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AEFFE-4E69-AD69-CD5E-362A88AB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Array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E40DC-57C6-E030-CDA2-D6B0BC88A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 &amp; </a:t>
            </a:r>
            <a:r>
              <a:rPr lang="en-US" dirty="0" err="1"/>
              <a:t>Destructure</a:t>
            </a:r>
            <a:r>
              <a:rPr lang="en-US" dirty="0"/>
              <a:t> notation</a:t>
            </a:r>
          </a:p>
        </p:txBody>
      </p:sp>
    </p:spTree>
    <p:extLst>
      <p:ext uri="{BB962C8B-B14F-4D97-AF65-F5344CB8AC3E}">
        <p14:creationId xmlns:p14="http://schemas.microsoft.com/office/powerpoint/2010/main" val="382324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B6C8-6FF6-912F-27CA-1175F67C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properties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E0B3-9F67-416B-1A6C-0E6CDE878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push()</a:t>
            </a:r>
          </a:p>
          <a:p>
            <a:r>
              <a:rPr lang="en-US" dirty="0"/>
              <a:t>pop()</a:t>
            </a:r>
          </a:p>
          <a:p>
            <a:r>
              <a:rPr lang="en-US" dirty="0" err="1"/>
              <a:t>arr.concat</a:t>
            </a:r>
            <a:r>
              <a:rPr lang="en-US" dirty="0"/>
              <a:t>([4, 5], 6) - returns a new array with the original array joined together with other arrays or values provided.</a:t>
            </a:r>
          </a:p>
          <a:p>
            <a:r>
              <a:rPr lang="en-US" dirty="0" err="1"/>
              <a:t>arr.includes</a:t>
            </a:r>
            <a:r>
              <a:rPr lang="en-US" dirty="0"/>
              <a:t>(element) - returns true if the array includes the given element, otherwise false.</a:t>
            </a:r>
          </a:p>
          <a:p>
            <a:r>
              <a:rPr lang="en-US" dirty="0" err="1"/>
              <a:t>arr.indexOf</a:t>
            </a:r>
            <a:r>
              <a:rPr lang="en-US" dirty="0"/>
              <a:t>(element) - returns the index of the given element in the array, if it exists, otherwise -1 (meaning not found).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arr.join</a:t>
            </a:r>
            <a:r>
              <a:rPr lang="en-US" b="1" dirty="0">
                <a:solidFill>
                  <a:srgbClr val="FF0000"/>
                </a:solidFill>
              </a:rPr>
              <a:t>("\n") - returns a string created by joining (concatenating) all elements in the array with the given delimiter (String).[join and split are opposite to each other]</a:t>
            </a:r>
          </a:p>
        </p:txBody>
      </p:sp>
    </p:spTree>
    <p:extLst>
      <p:ext uri="{BB962C8B-B14F-4D97-AF65-F5344CB8AC3E}">
        <p14:creationId xmlns:p14="http://schemas.microsoft.com/office/powerpoint/2010/main" val="3488148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6E1E-9172-3756-3C8E-5E6122D7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for iterating across the elements in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1EAED-F013-C45D-5CAF-77C1FD8A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dirty="0"/>
              <a:t>let list = [1, 2, 3, 4];</a:t>
            </a:r>
          </a:p>
          <a:p>
            <a:pPr marL="0" indent="0">
              <a:buNone/>
            </a:pPr>
            <a:r>
              <a:rPr lang="en-US" dirty="0"/>
              <a:t>// Create a new Array that adds 3 to every item in list, using a for-loop</a:t>
            </a:r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listCopy</a:t>
            </a:r>
            <a:r>
              <a:rPr lang="en-US" dirty="0"/>
              <a:t> = [];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list.length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let element = list[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    element += 3;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listCopy.push</a:t>
            </a:r>
            <a:r>
              <a:rPr lang="en-US" dirty="0"/>
              <a:t>(element);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582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302BA-DB30-C268-7CC6-9D3C80D7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the same code using the Array’s </a:t>
            </a:r>
            <a:r>
              <a:rPr lang="en-US" dirty="0" err="1"/>
              <a:t>forEach</a:t>
            </a:r>
            <a:r>
              <a:rPr lang="en-US" dirty="0"/>
              <a:t>() method: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D5667-A0C0-FD8B-56C9-5EEB8B8E4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listCopy</a:t>
            </a:r>
            <a:r>
              <a:rPr lang="en-US" dirty="0"/>
              <a:t> = [];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list.forEach</a:t>
            </a:r>
            <a:r>
              <a:rPr lang="en-US" dirty="0"/>
              <a:t>(function(element)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listCopy.push</a:t>
            </a:r>
            <a:r>
              <a:rPr lang="en-US" dirty="0"/>
              <a:t>(element + 3);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877669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96DB-02F8-EB7A-7814-F8E4F5CA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map() method – the most powerful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14CC5-2E70-2D89-F505-E4AB9202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listCopy</a:t>
            </a:r>
            <a:r>
              <a:rPr lang="en-US" dirty="0"/>
              <a:t> = </a:t>
            </a:r>
            <a:r>
              <a:rPr lang="en-US" dirty="0" err="1"/>
              <a:t>list.map</a:t>
            </a:r>
            <a:r>
              <a:rPr lang="en-US" dirty="0"/>
              <a:t>(function(element) {</a:t>
            </a:r>
          </a:p>
          <a:p>
            <a:pPr marL="0" indent="0">
              <a:buNone/>
            </a:pPr>
            <a:r>
              <a:rPr lang="en-US" dirty="0"/>
              <a:t>    return element + 3;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844952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FA4B8-18FD-63E6-3D76-719926C2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Here are some of the Array methods you should work on learning: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832A4-2ECF-39E9-5795-126B8CBD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 err="1"/>
              <a:t>arr.forEach</a:t>
            </a:r>
            <a:r>
              <a:rPr lang="en-US" dirty="0"/>
              <a:t>() - calls the provided function on each element in the array.</a:t>
            </a:r>
          </a:p>
          <a:p>
            <a:r>
              <a:rPr lang="en-US" dirty="0" err="1"/>
              <a:t>arr.map</a:t>
            </a:r>
            <a:r>
              <a:rPr lang="en-US" dirty="0"/>
              <a:t>() - creates and returns a new array constructed by calling the provided function on each element of the original array.</a:t>
            </a:r>
          </a:p>
          <a:p>
            <a:r>
              <a:rPr lang="en-US" dirty="0" err="1"/>
              <a:t>arr.find</a:t>
            </a:r>
            <a:r>
              <a:rPr lang="en-US" dirty="0"/>
              <a:t>() - finds and returns an element from the array which matches a condition you define. See also </a:t>
            </a:r>
            <a:r>
              <a:rPr lang="en-US" dirty="0" err="1"/>
              <a:t>arr.findLast</a:t>
            </a:r>
            <a:r>
              <a:rPr lang="en-US" dirty="0"/>
              <a:t>(), </a:t>
            </a:r>
            <a:r>
              <a:rPr lang="en-US" dirty="0" err="1"/>
              <a:t>arr.findIndex</a:t>
            </a:r>
            <a:r>
              <a:rPr lang="en-US" dirty="0"/>
              <a:t>(), and </a:t>
            </a:r>
            <a:r>
              <a:rPr lang="en-US" dirty="0" err="1"/>
              <a:t>arr.findLastIndex</a:t>
            </a:r>
            <a:r>
              <a:rPr lang="en-US" dirty="0"/>
              <a:t>(), which all work in similar ways.</a:t>
            </a:r>
          </a:p>
          <a:p>
            <a:r>
              <a:rPr lang="en-US" dirty="0" err="1"/>
              <a:t>arr.filter</a:t>
            </a:r>
            <a:r>
              <a:rPr lang="en-US" dirty="0"/>
              <a:t>() - creates and returns a new array containing only those elements that match a condition you define in your function.</a:t>
            </a:r>
          </a:p>
          <a:p>
            <a:r>
              <a:rPr lang="en-US" dirty="0" err="1"/>
              <a:t>arr.every</a:t>
            </a:r>
            <a:r>
              <a:rPr lang="en-US" dirty="0"/>
              <a:t>() - returns true if all of the elements in the array meet a condition you define in your function.</a:t>
            </a:r>
          </a:p>
        </p:txBody>
      </p:sp>
    </p:spTree>
    <p:extLst>
      <p:ext uri="{BB962C8B-B14F-4D97-AF65-F5344CB8AC3E}">
        <p14:creationId xmlns:p14="http://schemas.microsoft.com/office/powerpoint/2010/main" val="3767956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65B1-92AA-DCB0-48CC-99DB0BF1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A6BD7-4011-B2B3-C434-2B1B167E3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Regular Expression???</a:t>
            </a:r>
          </a:p>
          <a:p>
            <a:r>
              <a:rPr lang="en-US" dirty="0"/>
              <a:t> Self study with my recorded video at </a:t>
            </a:r>
            <a:r>
              <a:rPr lang="en-US" dirty="0">
                <a:hlinkClick r:id="rId2"/>
              </a:rPr>
              <a:t>https://www.youtube.com/watch?v=0CGJrkKa9Ic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293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4975</TotalTime>
  <Words>1150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Week 4 </vt:lpstr>
      <vt:lpstr>Introduction to Objects and Object-Oriented Programming</vt:lpstr>
      <vt:lpstr>JavaScript Strings! Imp..</vt:lpstr>
      <vt:lpstr>String Properties and Methods</vt:lpstr>
      <vt:lpstr>PowerPoint Presentation</vt:lpstr>
      <vt:lpstr>PowerPoint Presentation</vt:lpstr>
      <vt:lpstr>PowerPoint Presentation</vt:lpstr>
      <vt:lpstr>JavaScript Arrays</vt:lpstr>
      <vt:lpstr>Accessing Array elements</vt:lpstr>
      <vt:lpstr>Array properties and Methods</vt:lpstr>
      <vt:lpstr>Methods for iterating across the elements in an Array</vt:lpstr>
      <vt:lpstr>Now the same code using the Array’s forEach() method:</vt:lpstr>
      <vt:lpstr>map() method – the most powerful one</vt:lpstr>
      <vt:lpstr>Here are some of the Array methods you should work on learning: </vt:lpstr>
      <vt:lpstr>Regular Expressions!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Noman Atique</dc:creator>
  <cp:lastModifiedBy>Noman Atique</cp:lastModifiedBy>
  <cp:revision>99</cp:revision>
  <dcterms:created xsi:type="dcterms:W3CDTF">2024-09-09T03:21:42Z</dcterms:created>
  <dcterms:modified xsi:type="dcterms:W3CDTF">2026-01-27T15:47:07Z</dcterms:modified>
</cp:coreProperties>
</file>