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1" r:id="rId5"/>
    <p:sldId id="272" r:id="rId6"/>
    <p:sldId id="273" r:id="rId7"/>
    <p:sldId id="274" r:id="rId8"/>
    <p:sldId id="27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FDF368-FF35-4838-882B-4476C804184F}" v="3" dt="2026-01-29T15:22:46.6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53" autoAdjust="0"/>
    <p:restoredTop sz="94751"/>
  </p:normalViewPr>
  <p:slideViewPr>
    <p:cSldViewPr snapToGrid="0">
      <p:cViewPr varScale="1">
        <p:scale>
          <a:sx n="59" d="100"/>
          <a:sy n="59" d="100"/>
        </p:scale>
        <p:origin x="6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man  Atique" userId="aab35d70-e8e0-4a76-8862-eddb3a1d4775" providerId="ADAL" clId="{D4AAC077-1EEA-4817-98ED-55C003801FB8}"/>
    <pc:docChg chg="undo custSel addSld delSld modSld sldOrd">
      <pc:chgData name="Noman  Atique" userId="aab35d70-e8e0-4a76-8862-eddb3a1d4775" providerId="ADAL" clId="{D4AAC077-1EEA-4817-98ED-55C003801FB8}" dt="2026-01-29T16:03:00.828" v="661" actId="20577"/>
      <pc:docMkLst>
        <pc:docMk/>
      </pc:docMkLst>
      <pc:sldChg chg="modSp mod">
        <pc:chgData name="Noman  Atique" userId="aab35d70-e8e0-4a76-8862-eddb3a1d4775" providerId="ADAL" clId="{D4AAC077-1EEA-4817-98ED-55C003801FB8}" dt="2026-01-29T15:15:09.424" v="10" actId="20577"/>
        <pc:sldMkLst>
          <pc:docMk/>
          <pc:sldMk cId="2372950228" sldId="256"/>
        </pc:sldMkLst>
        <pc:spChg chg="mod">
          <ac:chgData name="Noman  Atique" userId="aab35d70-e8e0-4a76-8862-eddb3a1d4775" providerId="ADAL" clId="{D4AAC077-1EEA-4817-98ED-55C003801FB8}" dt="2026-01-29T15:15:02.960" v="1" actId="20577"/>
          <ac:spMkLst>
            <pc:docMk/>
            <pc:sldMk cId="2372950228" sldId="256"/>
            <ac:spMk id="2" creationId="{B61B4653-E536-1919-6171-CC3CB2E44649}"/>
          </ac:spMkLst>
        </pc:spChg>
        <pc:spChg chg="mod">
          <ac:chgData name="Noman  Atique" userId="aab35d70-e8e0-4a76-8862-eddb3a1d4775" providerId="ADAL" clId="{D4AAC077-1EEA-4817-98ED-55C003801FB8}" dt="2026-01-29T15:15:09.424" v="10" actId="20577"/>
          <ac:spMkLst>
            <pc:docMk/>
            <pc:sldMk cId="2372950228" sldId="256"/>
            <ac:spMk id="3" creationId="{70D4EDBD-9D5E-7826-4110-A853EAEF5E4D}"/>
          </ac:spMkLst>
        </pc:spChg>
      </pc:sldChg>
      <pc:sldChg chg="modSp mod">
        <pc:chgData name="Noman  Atique" userId="aab35d70-e8e0-4a76-8862-eddb3a1d4775" providerId="ADAL" clId="{D4AAC077-1EEA-4817-98ED-55C003801FB8}" dt="2026-01-29T15:15:39.749" v="36" actId="20577"/>
        <pc:sldMkLst>
          <pc:docMk/>
          <pc:sldMk cId="3911012905" sldId="257"/>
        </pc:sldMkLst>
        <pc:spChg chg="mod">
          <ac:chgData name="Noman  Atique" userId="aab35d70-e8e0-4a76-8862-eddb3a1d4775" providerId="ADAL" clId="{D4AAC077-1EEA-4817-98ED-55C003801FB8}" dt="2026-01-29T15:15:39.749" v="36" actId="20577"/>
          <ac:spMkLst>
            <pc:docMk/>
            <pc:sldMk cId="3911012905" sldId="257"/>
            <ac:spMk id="3" creationId="{833821CC-8B2F-392B-53BE-AD58D8A4E4FA}"/>
          </ac:spMkLst>
        </pc:spChg>
      </pc:sldChg>
      <pc:sldChg chg="modSp mod">
        <pc:chgData name="Noman  Atique" userId="aab35d70-e8e0-4a76-8862-eddb3a1d4775" providerId="ADAL" clId="{D4AAC077-1EEA-4817-98ED-55C003801FB8}" dt="2026-01-29T16:03:00.828" v="661" actId="20577"/>
        <pc:sldMkLst>
          <pc:docMk/>
          <pc:sldMk cId="4226548196" sldId="258"/>
        </pc:sldMkLst>
        <pc:spChg chg="mod">
          <ac:chgData name="Noman  Atique" userId="aab35d70-e8e0-4a76-8862-eddb3a1d4775" providerId="ADAL" clId="{D4AAC077-1EEA-4817-98ED-55C003801FB8}" dt="2026-01-29T15:16:22.746" v="46" actId="20577"/>
          <ac:spMkLst>
            <pc:docMk/>
            <pc:sldMk cId="4226548196" sldId="258"/>
            <ac:spMk id="2" creationId="{36556350-0DAF-56E9-09EA-F702CE31DB4F}"/>
          </ac:spMkLst>
        </pc:spChg>
        <pc:spChg chg="mod">
          <ac:chgData name="Noman  Atique" userId="aab35d70-e8e0-4a76-8862-eddb3a1d4775" providerId="ADAL" clId="{D4AAC077-1EEA-4817-98ED-55C003801FB8}" dt="2026-01-29T16:03:00.828" v="661" actId="20577"/>
          <ac:spMkLst>
            <pc:docMk/>
            <pc:sldMk cId="4226548196" sldId="258"/>
            <ac:spMk id="3" creationId="{2D388E59-ACC4-17EF-F83C-6693DEB77967}"/>
          </ac:spMkLst>
        </pc:spChg>
      </pc:sldChg>
      <pc:sldChg chg="del ord">
        <pc:chgData name="Noman  Atique" userId="aab35d70-e8e0-4a76-8862-eddb3a1d4775" providerId="ADAL" clId="{D4AAC077-1EEA-4817-98ED-55C003801FB8}" dt="2026-01-29T15:16:49.282" v="106" actId="47"/>
        <pc:sldMkLst>
          <pc:docMk/>
          <pc:sldMk cId="183788460" sldId="259"/>
        </pc:sldMkLst>
      </pc:sldChg>
      <pc:sldChg chg="del">
        <pc:chgData name="Noman  Atique" userId="aab35d70-e8e0-4a76-8862-eddb3a1d4775" providerId="ADAL" clId="{D4AAC077-1EEA-4817-98ED-55C003801FB8}" dt="2026-01-29T15:16:54.214" v="107" actId="47"/>
        <pc:sldMkLst>
          <pc:docMk/>
          <pc:sldMk cId="3334522938" sldId="260"/>
        </pc:sldMkLst>
      </pc:sldChg>
      <pc:sldChg chg="del">
        <pc:chgData name="Noman  Atique" userId="aab35d70-e8e0-4a76-8862-eddb3a1d4775" providerId="ADAL" clId="{D4AAC077-1EEA-4817-98ED-55C003801FB8}" dt="2026-01-29T15:16:54.214" v="107" actId="47"/>
        <pc:sldMkLst>
          <pc:docMk/>
          <pc:sldMk cId="4094243579" sldId="261"/>
        </pc:sldMkLst>
      </pc:sldChg>
      <pc:sldChg chg="del">
        <pc:chgData name="Noman  Atique" userId="aab35d70-e8e0-4a76-8862-eddb3a1d4775" providerId="ADAL" clId="{D4AAC077-1EEA-4817-98ED-55C003801FB8}" dt="2026-01-29T15:16:54.214" v="107" actId="47"/>
        <pc:sldMkLst>
          <pc:docMk/>
          <pc:sldMk cId="1523605900" sldId="262"/>
        </pc:sldMkLst>
      </pc:sldChg>
      <pc:sldChg chg="del">
        <pc:chgData name="Noman  Atique" userId="aab35d70-e8e0-4a76-8862-eddb3a1d4775" providerId="ADAL" clId="{D4AAC077-1EEA-4817-98ED-55C003801FB8}" dt="2026-01-29T15:16:54.214" v="107" actId="47"/>
        <pc:sldMkLst>
          <pc:docMk/>
          <pc:sldMk cId="1133123261" sldId="263"/>
        </pc:sldMkLst>
      </pc:sldChg>
      <pc:sldChg chg="del">
        <pc:chgData name="Noman  Atique" userId="aab35d70-e8e0-4a76-8862-eddb3a1d4775" providerId="ADAL" clId="{D4AAC077-1EEA-4817-98ED-55C003801FB8}" dt="2026-01-29T15:16:54.214" v="107" actId="47"/>
        <pc:sldMkLst>
          <pc:docMk/>
          <pc:sldMk cId="1546819971" sldId="264"/>
        </pc:sldMkLst>
      </pc:sldChg>
      <pc:sldChg chg="del">
        <pc:chgData name="Noman  Atique" userId="aab35d70-e8e0-4a76-8862-eddb3a1d4775" providerId="ADAL" clId="{D4AAC077-1EEA-4817-98ED-55C003801FB8}" dt="2026-01-29T15:16:54.214" v="107" actId="47"/>
        <pc:sldMkLst>
          <pc:docMk/>
          <pc:sldMk cId="3415228019" sldId="265"/>
        </pc:sldMkLst>
      </pc:sldChg>
      <pc:sldChg chg="del">
        <pc:chgData name="Noman  Atique" userId="aab35d70-e8e0-4a76-8862-eddb3a1d4775" providerId="ADAL" clId="{D4AAC077-1EEA-4817-98ED-55C003801FB8}" dt="2026-01-29T15:16:54.214" v="107" actId="47"/>
        <pc:sldMkLst>
          <pc:docMk/>
          <pc:sldMk cId="65843480" sldId="266"/>
        </pc:sldMkLst>
      </pc:sldChg>
      <pc:sldChg chg="del">
        <pc:chgData name="Noman  Atique" userId="aab35d70-e8e0-4a76-8862-eddb3a1d4775" providerId="ADAL" clId="{D4AAC077-1EEA-4817-98ED-55C003801FB8}" dt="2026-01-29T15:16:54.214" v="107" actId="47"/>
        <pc:sldMkLst>
          <pc:docMk/>
          <pc:sldMk cId="2119578963" sldId="267"/>
        </pc:sldMkLst>
      </pc:sldChg>
      <pc:sldChg chg="del">
        <pc:chgData name="Noman  Atique" userId="aab35d70-e8e0-4a76-8862-eddb3a1d4775" providerId="ADAL" clId="{D4AAC077-1EEA-4817-98ED-55C003801FB8}" dt="2026-01-29T15:16:54.214" v="107" actId="47"/>
        <pc:sldMkLst>
          <pc:docMk/>
          <pc:sldMk cId="2141644011" sldId="268"/>
        </pc:sldMkLst>
      </pc:sldChg>
      <pc:sldChg chg="del">
        <pc:chgData name="Noman  Atique" userId="aab35d70-e8e0-4a76-8862-eddb3a1d4775" providerId="ADAL" clId="{D4AAC077-1EEA-4817-98ED-55C003801FB8}" dt="2026-01-29T15:16:54.214" v="107" actId="47"/>
        <pc:sldMkLst>
          <pc:docMk/>
          <pc:sldMk cId="4041194265" sldId="269"/>
        </pc:sldMkLst>
      </pc:sldChg>
      <pc:sldChg chg="del">
        <pc:chgData name="Noman  Atique" userId="aab35d70-e8e0-4a76-8862-eddb3a1d4775" providerId="ADAL" clId="{D4AAC077-1EEA-4817-98ED-55C003801FB8}" dt="2026-01-29T15:16:54.214" v="107" actId="47"/>
        <pc:sldMkLst>
          <pc:docMk/>
          <pc:sldMk cId="813598501" sldId="270"/>
        </pc:sldMkLst>
      </pc:sldChg>
      <pc:sldChg chg="modSp new mod">
        <pc:chgData name="Noman  Atique" userId="aab35d70-e8e0-4a76-8862-eddb3a1d4775" providerId="ADAL" clId="{D4AAC077-1EEA-4817-98ED-55C003801FB8}" dt="2026-01-29T15:17:20.086" v="173" actId="20577"/>
        <pc:sldMkLst>
          <pc:docMk/>
          <pc:sldMk cId="692040537" sldId="271"/>
        </pc:sldMkLst>
        <pc:spChg chg="mod">
          <ac:chgData name="Noman  Atique" userId="aab35d70-e8e0-4a76-8862-eddb3a1d4775" providerId="ADAL" clId="{D4AAC077-1EEA-4817-98ED-55C003801FB8}" dt="2026-01-29T15:16:58.861" v="117" actId="20577"/>
          <ac:spMkLst>
            <pc:docMk/>
            <pc:sldMk cId="692040537" sldId="271"/>
            <ac:spMk id="2" creationId="{FAEC73AC-C31A-6F14-C901-496F0C3745CC}"/>
          </ac:spMkLst>
        </pc:spChg>
        <pc:spChg chg="mod">
          <ac:chgData name="Noman  Atique" userId="aab35d70-e8e0-4a76-8862-eddb3a1d4775" providerId="ADAL" clId="{D4AAC077-1EEA-4817-98ED-55C003801FB8}" dt="2026-01-29T15:17:20.086" v="173" actId="20577"/>
          <ac:spMkLst>
            <pc:docMk/>
            <pc:sldMk cId="692040537" sldId="271"/>
            <ac:spMk id="3" creationId="{31554F1C-D0F9-EBD2-72DA-61AA5906FC20}"/>
          </ac:spMkLst>
        </pc:spChg>
      </pc:sldChg>
      <pc:sldChg chg="modSp new mod">
        <pc:chgData name="Noman  Atique" userId="aab35d70-e8e0-4a76-8862-eddb3a1d4775" providerId="ADAL" clId="{D4AAC077-1EEA-4817-98ED-55C003801FB8}" dt="2026-01-29T15:19:10.787" v="320" actId="6549"/>
        <pc:sldMkLst>
          <pc:docMk/>
          <pc:sldMk cId="1030413594" sldId="272"/>
        </pc:sldMkLst>
        <pc:spChg chg="mod">
          <ac:chgData name="Noman  Atique" userId="aab35d70-e8e0-4a76-8862-eddb3a1d4775" providerId="ADAL" clId="{D4AAC077-1EEA-4817-98ED-55C003801FB8}" dt="2026-01-29T15:17:55.920" v="192" actId="20577"/>
          <ac:spMkLst>
            <pc:docMk/>
            <pc:sldMk cId="1030413594" sldId="272"/>
            <ac:spMk id="2" creationId="{53EA36B7-8058-CA4A-BBD3-86EC4D9DF8D5}"/>
          </ac:spMkLst>
        </pc:spChg>
        <pc:spChg chg="mod">
          <ac:chgData name="Noman  Atique" userId="aab35d70-e8e0-4a76-8862-eddb3a1d4775" providerId="ADAL" clId="{D4AAC077-1EEA-4817-98ED-55C003801FB8}" dt="2026-01-29T15:19:10.787" v="320" actId="6549"/>
          <ac:spMkLst>
            <pc:docMk/>
            <pc:sldMk cId="1030413594" sldId="272"/>
            <ac:spMk id="3" creationId="{AAB02689-BE3E-43B2-57DF-6C1D9AAC304D}"/>
          </ac:spMkLst>
        </pc:spChg>
      </pc:sldChg>
      <pc:sldChg chg="modSp new mod">
        <pc:chgData name="Noman  Atique" userId="aab35d70-e8e0-4a76-8862-eddb3a1d4775" providerId="ADAL" clId="{D4AAC077-1EEA-4817-98ED-55C003801FB8}" dt="2026-01-29T15:19:42.404" v="340"/>
        <pc:sldMkLst>
          <pc:docMk/>
          <pc:sldMk cId="3800573815" sldId="273"/>
        </pc:sldMkLst>
        <pc:spChg chg="mod">
          <ac:chgData name="Noman  Atique" userId="aab35d70-e8e0-4a76-8862-eddb3a1d4775" providerId="ADAL" clId="{D4AAC077-1EEA-4817-98ED-55C003801FB8}" dt="2026-01-29T15:19:39.991" v="339" actId="20577"/>
          <ac:spMkLst>
            <pc:docMk/>
            <pc:sldMk cId="3800573815" sldId="273"/>
            <ac:spMk id="2" creationId="{68964E4C-D963-17EA-8AF7-B07C204641F7}"/>
          </ac:spMkLst>
        </pc:spChg>
        <pc:spChg chg="mod">
          <ac:chgData name="Noman  Atique" userId="aab35d70-e8e0-4a76-8862-eddb3a1d4775" providerId="ADAL" clId="{D4AAC077-1EEA-4817-98ED-55C003801FB8}" dt="2026-01-29T15:19:42.404" v="340"/>
          <ac:spMkLst>
            <pc:docMk/>
            <pc:sldMk cId="3800573815" sldId="273"/>
            <ac:spMk id="3" creationId="{36DCF58A-0E8E-AC83-048D-D98E6AC5D460}"/>
          </ac:spMkLst>
        </pc:spChg>
      </pc:sldChg>
      <pc:sldChg chg="modSp new mod">
        <pc:chgData name="Noman  Atique" userId="aab35d70-e8e0-4a76-8862-eddb3a1d4775" providerId="ADAL" clId="{D4AAC077-1EEA-4817-98ED-55C003801FB8}" dt="2026-01-29T15:20:34.288" v="404" actId="20577"/>
        <pc:sldMkLst>
          <pc:docMk/>
          <pc:sldMk cId="1148686104" sldId="274"/>
        </pc:sldMkLst>
        <pc:spChg chg="mod">
          <ac:chgData name="Noman  Atique" userId="aab35d70-e8e0-4a76-8862-eddb3a1d4775" providerId="ADAL" clId="{D4AAC077-1EEA-4817-98ED-55C003801FB8}" dt="2026-01-29T15:20:25.133" v="365" actId="20577"/>
          <ac:spMkLst>
            <pc:docMk/>
            <pc:sldMk cId="1148686104" sldId="274"/>
            <ac:spMk id="2" creationId="{9D3743D4-A3A3-5245-782E-5DF4F4958417}"/>
          </ac:spMkLst>
        </pc:spChg>
        <pc:spChg chg="mod">
          <ac:chgData name="Noman  Atique" userId="aab35d70-e8e0-4a76-8862-eddb3a1d4775" providerId="ADAL" clId="{D4AAC077-1EEA-4817-98ED-55C003801FB8}" dt="2026-01-29T15:20:34.288" v="404" actId="20577"/>
          <ac:spMkLst>
            <pc:docMk/>
            <pc:sldMk cId="1148686104" sldId="274"/>
            <ac:spMk id="3" creationId="{AC4A1651-6D7D-9D45-28C9-249106A34270}"/>
          </ac:spMkLst>
        </pc:spChg>
      </pc:sldChg>
      <pc:sldChg chg="modSp new mod">
        <pc:chgData name="Noman  Atique" userId="aab35d70-e8e0-4a76-8862-eddb3a1d4775" providerId="ADAL" clId="{D4AAC077-1EEA-4817-98ED-55C003801FB8}" dt="2026-01-29T15:23:11.656" v="527" actId="20577"/>
        <pc:sldMkLst>
          <pc:docMk/>
          <pc:sldMk cId="3983335661" sldId="275"/>
        </pc:sldMkLst>
        <pc:spChg chg="mod">
          <ac:chgData name="Noman  Atique" userId="aab35d70-e8e0-4a76-8862-eddb3a1d4775" providerId="ADAL" clId="{D4AAC077-1EEA-4817-98ED-55C003801FB8}" dt="2026-01-29T15:21:20.302" v="438" actId="20577"/>
          <ac:spMkLst>
            <pc:docMk/>
            <pc:sldMk cId="3983335661" sldId="275"/>
            <ac:spMk id="2" creationId="{171380E2-F564-FE30-F0A0-D5019813BB9E}"/>
          </ac:spMkLst>
        </pc:spChg>
        <pc:spChg chg="mod">
          <ac:chgData name="Noman  Atique" userId="aab35d70-e8e0-4a76-8862-eddb3a1d4775" providerId="ADAL" clId="{D4AAC077-1EEA-4817-98ED-55C003801FB8}" dt="2026-01-29T15:23:11.656" v="527" actId="20577"/>
          <ac:spMkLst>
            <pc:docMk/>
            <pc:sldMk cId="3983335661" sldId="275"/>
            <ac:spMk id="3" creationId="{4F3E21A9-3CB3-D052-7899-F94CB35809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3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2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5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2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28A4246-F2A7-4220-A405-8A96DAE08D6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07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98R0KsZFJX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4653-E536-1919-6171-CC3CB2E4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257" y="490991"/>
            <a:ext cx="9144000" cy="2387600"/>
          </a:xfrm>
        </p:spPr>
        <p:txBody>
          <a:bodyPr/>
          <a:lstStyle/>
          <a:p>
            <a:r>
              <a:rPr lang="en-US" dirty="0"/>
              <a:t>Week 4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4EDBD-9D5E-7826-4110-A853EAEF5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Front-end Development</a:t>
            </a:r>
          </a:p>
          <a:p>
            <a:r>
              <a:rPr lang="en-US" dirty="0"/>
              <a:t>Advanced CSS</a:t>
            </a:r>
          </a:p>
        </p:txBody>
      </p:sp>
    </p:spTree>
    <p:extLst>
      <p:ext uri="{BB962C8B-B14F-4D97-AF65-F5344CB8AC3E}">
        <p14:creationId xmlns:p14="http://schemas.microsoft.com/office/powerpoint/2010/main" val="237295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2869-90EA-EFFB-9B75-45039032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21CC-8B2F-392B-53BE-AD58D8A4E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CSS Grid</a:t>
            </a:r>
          </a:p>
          <a:p>
            <a:r>
              <a:rPr lang="en-US" dirty="0"/>
              <a:t>display Property</a:t>
            </a:r>
          </a:p>
          <a:p>
            <a:r>
              <a:rPr lang="en-US" dirty="0"/>
              <a:t>position Property</a:t>
            </a:r>
          </a:p>
        </p:txBody>
      </p:sp>
    </p:spTree>
    <p:extLst>
      <p:ext uri="{BB962C8B-B14F-4D97-AF65-F5344CB8AC3E}">
        <p14:creationId xmlns:p14="http://schemas.microsoft.com/office/powerpoint/2010/main" val="3911012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6350-0DAF-56E9-09EA-F702CE31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8E59-ACC4-17EF-F83C-6693DEB77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CSS GRID? Why not Flexbox!</a:t>
            </a:r>
          </a:p>
          <a:p>
            <a:endParaRPr lang="en-US" dirty="0"/>
          </a:p>
          <a:p>
            <a:r>
              <a:rPr lang="en-US" dirty="0"/>
              <a:t>Flexbox is only one-directional! ROWS… COLS But not both!</a:t>
            </a:r>
          </a:p>
          <a:p>
            <a:endParaRPr lang="en-US" dirty="0"/>
          </a:p>
          <a:p>
            <a:r>
              <a:rPr lang="en-US"/>
              <a:t>While as </a:t>
            </a:r>
            <a:r>
              <a:rPr lang="en-US" dirty="0"/>
              <a:t>the CSS Grid is two dimensional</a:t>
            </a:r>
          </a:p>
        </p:txBody>
      </p:sp>
    </p:spTree>
    <p:extLst>
      <p:ext uri="{BB962C8B-B14F-4D97-AF65-F5344CB8AC3E}">
        <p14:creationId xmlns:p14="http://schemas.microsoft.com/office/powerpoint/2010/main" val="422654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73AC-C31A-6F14-C901-496F0C37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54F1C-D0F9-EBD2-72DA-61AA5906F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Terms to remember!</a:t>
            </a:r>
          </a:p>
          <a:p>
            <a:pPr lvl="1"/>
            <a:r>
              <a:rPr lang="en-US" dirty="0"/>
              <a:t>Grid-container</a:t>
            </a:r>
          </a:p>
          <a:p>
            <a:pPr lvl="1"/>
            <a:r>
              <a:rPr lang="en-US" dirty="0"/>
              <a:t>Grid-items</a:t>
            </a:r>
          </a:p>
          <a:p>
            <a:pPr lvl="1"/>
            <a:r>
              <a:rPr lang="en-US" dirty="0"/>
              <a:t>Gaps</a:t>
            </a:r>
          </a:p>
        </p:txBody>
      </p:sp>
    </p:spTree>
    <p:extLst>
      <p:ext uri="{BB962C8B-B14F-4D97-AF65-F5344CB8AC3E}">
        <p14:creationId xmlns:p14="http://schemas.microsoft.com/office/powerpoint/2010/main" val="692040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36B7-8058-CA4A-BBD3-86EC4D9DF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of CSS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02689-BE3E-43B2-57DF-6C1D9AAC3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grid-template-columns</a:t>
            </a:r>
          </a:p>
          <a:p>
            <a:r>
              <a:rPr lang="en-US" dirty="0"/>
              <a:t>grid-template-rows</a:t>
            </a:r>
          </a:p>
          <a:p>
            <a:r>
              <a:rPr lang="en-US" dirty="0"/>
              <a:t>repeat( ) </a:t>
            </a:r>
          </a:p>
          <a:p>
            <a:r>
              <a:rPr lang="en-US" dirty="0"/>
              <a:t>grid-auto-rows</a:t>
            </a:r>
          </a:p>
          <a:p>
            <a:r>
              <a:rPr lang="en-US" dirty="0"/>
              <a:t>span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41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4E4C-D963-17EA-8AF7-B07C2046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grid project!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CF58A-0E8E-AC83-048D-D98E6AC5D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https://www.youtube.com/watch?v=98R0KsZFJX0</a:t>
            </a:r>
            <a:r>
              <a:rPr lang="en-CA" dirty="0"/>
              <a:t>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573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743D4-A3A3-5245-782E-5DF4F495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display:inline-block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A1651-6D7D-9D45-28C9-249106A34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it is important and how to use it</a:t>
            </a:r>
          </a:p>
        </p:txBody>
      </p:sp>
    </p:spTree>
    <p:extLst>
      <p:ext uri="{BB962C8B-B14F-4D97-AF65-F5344CB8AC3E}">
        <p14:creationId xmlns:p14="http://schemas.microsoft.com/office/powerpoint/2010/main" val="1148686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80E2-F564-FE30-F0A0-D5019813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property in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E21A9-3CB3-D052-7899-F94CB3580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</a:t>
            </a:r>
          </a:p>
          <a:p>
            <a:r>
              <a:rPr lang="en-US" dirty="0"/>
              <a:t>relative</a:t>
            </a:r>
          </a:p>
          <a:p>
            <a:r>
              <a:rPr lang="en-US" dirty="0"/>
              <a:t>absolute</a:t>
            </a:r>
          </a:p>
          <a:p>
            <a:r>
              <a:rPr lang="en-US" dirty="0"/>
              <a:t>sticky- most interesting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REMEMBER TO ADD POSTION RELATIVE TO THE PARENT CONTAINER AND THEN ADD POSITION ABSOLUTE WITH ANY ELEMENT OT MAKE IT CENTER OR SOMETHING.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335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Metadata/LabelInfo.xml><?xml version="1.0" encoding="utf-8"?>
<clbl:labelList xmlns:clbl="http://schemas.microsoft.com/office/2020/mipLabelMetadata">
  <clbl:label id="{17ed028d-9751-4c6c-abe1-0ae99ab3429f}" enabled="0" method="" siteId="{17ed028d-9751-4c6c-abe1-0ae99ab3429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923</TotalTime>
  <Words>127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Week 4 </vt:lpstr>
      <vt:lpstr>Agenda!</vt:lpstr>
      <vt:lpstr>CSS Grid</vt:lpstr>
      <vt:lpstr>CSS Grid</vt:lpstr>
      <vt:lpstr>Demo of CSS Grid</vt:lpstr>
      <vt:lpstr>Full grid project!</vt:lpstr>
      <vt:lpstr>display:inline-block</vt:lpstr>
      <vt:lpstr>position property in CSS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Noman Atique</dc:creator>
  <cp:lastModifiedBy>Noman  Atique</cp:lastModifiedBy>
  <cp:revision>108</cp:revision>
  <dcterms:created xsi:type="dcterms:W3CDTF">2024-09-09T03:21:42Z</dcterms:created>
  <dcterms:modified xsi:type="dcterms:W3CDTF">2026-01-29T16:03:09Z</dcterms:modified>
</cp:coreProperties>
</file>